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 on Azure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778240" y="1645920"/>
            <a:ext cx="2770632" cy="4251960"/>
          </a:xfrm>
          <a:prstGeom prst="rect">
            <a:avLst/>
          </a:prstGeom>
          <a:solidFill>
            <a:srgbClr val="293573"/>
          </a:solidFill>
          <a:ln w="12700">
            <a:solidFill>
              <a:srgbClr val="2935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review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evidence coverage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40080" y="56235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· 2026-10-06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98280" y="22860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098280" y="3337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controls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098280" y="46634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review; not a compliance certification.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Decisions, not assumptions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2606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18488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58952" y="238658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2424" y="1508760"/>
            <a:ext cx="2606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7016" y="1618488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57016" y="238658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0488" y="1508760"/>
            <a:ext cx="2606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18488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355080" y="238658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high / critical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8552" y="1508760"/>
            <a:ext cx="26060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3144" y="1618488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53144" y="238658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High-impact unknowns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200400"/>
            <a:ext cx="2606040" cy="566928"/>
          </a:xfrm>
          <a:prstGeom prst="rect">
            <a:avLst/>
          </a:prstGeom>
          <a:solidFill>
            <a:srgbClr val="23734A"/>
          </a:solidFill>
          <a:ln w="12700">
            <a:solidFill>
              <a:srgbClr val="237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33756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92424" y="3200400"/>
            <a:ext cx="2606040" cy="566928"/>
          </a:xfrm>
          <a:prstGeom prst="rect">
            <a:avLst/>
          </a:prstGeom>
          <a:solidFill>
            <a:srgbClr val="AE2638"/>
          </a:solidFill>
          <a:ln w="12700">
            <a:solidFill>
              <a:srgbClr val="AE26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7016" y="333756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Fail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0488" y="3200400"/>
            <a:ext cx="2606040" cy="566928"/>
          </a:xfrm>
          <a:prstGeom prst="rect">
            <a:avLst/>
          </a:prstGeom>
          <a:solidFill>
            <a:srgbClr val="747B85"/>
          </a:solidFill>
          <a:ln w="12700">
            <a:solidFill>
              <a:srgbClr val="747B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33756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N/A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988552" y="3200400"/>
            <a:ext cx="2606040" cy="566928"/>
          </a:xfrm>
          <a:prstGeom prst="rect">
            <a:avLst/>
          </a:prstGeom>
          <a:solidFill>
            <a:srgbClr val="52677C"/>
          </a:solidFill>
          <a:ln w="12700">
            <a:solidFill>
              <a:srgbClr val="5267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53144" y="3337560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Not verified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4251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score unavailable: at least one pillar has no decided controls.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594360" y="52578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 are verification work, not confirmed failures. Read score and coverage together. Pooled totals are audit detail, not the headline.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pillars. Two measures.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0232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09344"/>
            <a:ext cx="4992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16168" y="1609344"/>
            <a:ext cx="1106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42048" y="1609344"/>
            <a:ext cx="1106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67928" y="1609344"/>
            <a:ext cx="2916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 / Unknown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984248"/>
            <a:ext cx="11000232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84832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governance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16168" y="2084832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42048" y="2084832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67928" y="208483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 / 12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2615184"/>
            <a:ext cx="11000232" cy="603504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715768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16168" y="2715768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242048" y="2715768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67928" y="271576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 / 15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3246120"/>
            <a:ext cx="11000232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346704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16168" y="3346704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42048" y="3346704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567928" y="33467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 / 19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4360" y="3877056"/>
            <a:ext cx="11000232" cy="603504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3977640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916168" y="397764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242048" y="397764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67928" y="39776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 / 14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594360" y="4507992"/>
            <a:ext cx="11000232" cy="60350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4608576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916168" y="4608576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42048" y="4608576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567928" y="460857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 / 16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94360" y="5138928"/>
            <a:ext cx="11000232" cy="603504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" y="5239512"/>
            <a:ext cx="4992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916168" y="5239512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242048" y="5239512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567928" y="523951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 / 15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is not zero. Supplementary and manual controls remain separate.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Preserve what is working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367528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691640"/>
            <a:ext cx="4178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allows the Front Door backend service tag only with this profile's ID; all other main-site traffic is denied.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27064" y="1508760"/>
            <a:ext cx="5367528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645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41464" y="1691640"/>
            <a:ext cx="4178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Blob access and shared-key access are disabled; app requests managed-identity integration.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57600"/>
            <a:ext cx="5367528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08760" y="3840480"/>
            <a:ext cx="4178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and container soft delete retain deleted data for seven days.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27064" y="3657600"/>
            <a:ext cx="5367528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41464" y="3840480"/>
            <a:ext cx="41788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MySQL, Redis, vault and Blob public access is disabled; approved private endpoints are visible (partial evidence, not a full-control Pass).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controls passed. Configuration evidence does not replace runtime testing.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 &amp; governance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023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score / 8% coverage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proven to pass.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7064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E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27064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FND-12 — The web app, plan, MySQL and vault have AppProfile, Environment and deployment-ID tags, but no ownership, cost-center or lifecycle tags. Required allocation/accountability dimensions are not present.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 — FND-01: FND-01: Ownership register, tags, support rota not verified · FND-02: FND-02: Architecture and data-flow diagrams, dependency map not 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 / 1 Fail / 0 N/A / 12 Not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023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score / 12% coverage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REL-12 — Blob and container soft delete are enabled for seven days. This establishes configured deletion protection; versioning and point-in-time restore are disabled, and recovery adequacy against business targets remains unverified under…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7064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E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27064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REL-04 — Always On=false, healthCheckPath=null and autoHealEnabled=false on the running web app. No App Service health-removal endpoint or auto-heal rules are configured, increasing cold-start and worker-recovery risk.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 — REL-01: REL-01: Architecture decision records and dependency map not verified · REL-02: REL-02: FMA and mitigation backlog not 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 / 1 Fail / 0 N/A / 15 Not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023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score / 21% coverage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SEC-09 — Main-site ingress allows only AzureFrontDoor.Backend with X-Azure-FDID matching this profile, followed by Deny All and default Deny. This meets the configured origin restriction alternative; runtime bypass testing remains Not…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8952" y="4014216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SEC-17 — Anonymous Blob access and shared-key access are disabled. Blob managed-identity integration is requested in app settings and a Blob Data Contributor role is scoped to the account. This proves account-level access hardening, not…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27064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E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27064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SEC-07 — The associated WAF policy is Enabled but mode=Detection, not Prevention. It cannot block matching requests in this mode; association does not demonstrate effective blocking.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91656" y="4014216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SEC-14 — The current collection carries an in-scope Unhealthy Defender assessment for secret expiration, corroborated by Advisor. Last status-change evidence is dated August, not a fresh secret inventory; direct secret listing was blocked.…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1656" y="5157216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more in the detailed 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 — SEC-01: SEC-01: Baseline, policy assignments, Defender compliance not verified · SEC-02: SEC-02: SBOM, scan results, patch records, CI/CD gates not verified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 / 3 Fail / 0 N/A / 19 Not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Optimization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023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 / 0% coverage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proven to pass.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7064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E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27064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failures; unknown controls still need evidence.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 — CST-13: CST-13: Risk acceptance, control mapping, cost review not verified · CST-01: Cost evidence coverage remains incomplete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 / 0 Fail / 0 N/A / 14 Not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Excellence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023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score / 6% coverage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proven to pass.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7064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E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27064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OPS-07 — App Service httpLoggingEnabled=false, detailedErrorLoggingEnabled=false and requestTracingEnabled=false. A diagnostic export exists, but does not itself enable these source logs; complete workload logging and retention intent are…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 — OPS-02: OPS-02: Repository, pull requests, pipeline and drift reports not verified · OPS-03: OPS-03: CI/CD definitions, release records, signed/versioned... not 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 / 1 Fail / 0 N/A / 16 Not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Efficiency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100023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 score / 0% coverage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3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shows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controls proven to pass.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27064" y="2377440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AE2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gaps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27064" y="2926080"/>
            <a:ext cx="5367528" cy="2176272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3072384"/>
            <a:ext cx="503834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confirmed failures; unknown controls still need evidence.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550468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next — PRF-01: PRF-01: Performance budget, SLO dashboard not verified · PRF-02: PRF-02: Forecast, load test, capacity plan not verified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Pass / 0 Fail / 0 N/A / 15 Not verified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Prioritize confirmed high findings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0232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09344"/>
            <a:ext cx="740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64208" y="1609344"/>
            <a:ext cx="16550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/ severity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38728" y="1609344"/>
            <a:ext cx="26151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73368" y="1609344"/>
            <a:ext cx="51114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984248"/>
            <a:ext cx="11000232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84832"/>
            <a:ext cx="740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64208" y="2084832"/>
            <a:ext cx="1655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084832"/>
            <a:ext cx="2615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health checks, Always On and auto-heal are disabled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73368" y="2084832"/>
            <a:ext cx="5111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Always On, implement a cheap dependency-aware health endpoint, configure/test health removal and auto-heal thresholds, and review the resiliency report.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2971800"/>
            <a:ext cx="11000232" cy="960120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072384"/>
            <a:ext cx="740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SEC-07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64208" y="3072384"/>
            <a:ext cx="1655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38728" y="3072384"/>
            <a:ext cx="2615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is Detection-only rather than blocking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3368" y="3072384"/>
            <a:ext cx="5111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tuning and expected rules, enable appropriate protection, move to Prevention with staged negative tests, and verify every intended endpoint/route association.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" y="3959352"/>
            <a:ext cx="11000232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4059936"/>
            <a:ext cx="740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64208" y="4059936"/>
            <a:ext cx="1655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38728" y="4059936"/>
            <a:ext cx="2615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reports secrets without expiration dates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73368" y="4059936"/>
            <a:ext cx="5111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secret metadata from an approved private path; set appropriate expiries, alerting and named rotation owners, then test rotation and close the provider finding. Do not…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4360" y="4946904"/>
            <a:ext cx="11000232" cy="960120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5047488"/>
            <a:ext cx="7406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64208" y="5047488"/>
            <a:ext cx="165506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· 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38728" y="5047488"/>
            <a:ext cx="261518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reports missing vault deletion protection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73368" y="5047488"/>
            <a:ext cx="511149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current purge-protection state, obtain owner approval for the irreversible setting, enable purge protection with suitable retention, and verify the Defender finding clears.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4360" y="6080760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confirmed high / critical; 103 high-impact unknowns. Showing up to four confirmed items; full records remain in findings.csv.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the headline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0232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09344"/>
            <a:ext cx="62087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area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1609344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0" y="1609344"/>
            <a:ext cx="12435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0" y="1609344"/>
            <a:ext cx="14264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984248"/>
            <a:ext cx="11000232" cy="102412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84832"/>
            <a:ext cx="6208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Resource-specific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132320" y="2084832"/>
            <a:ext cx="1243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595360" y="2084832"/>
            <a:ext cx="1243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058400" y="2084832"/>
            <a:ext cx="14264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94360" y="3035808"/>
            <a:ext cx="11000232" cy="1024128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136392"/>
            <a:ext cx="62087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 register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132320" y="3136392"/>
            <a:ext cx="1243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595360" y="3136392"/>
            <a:ext cx="124358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058400" y="3136392"/>
            <a:ext cx="142646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94360" y="4572000"/>
            <a:ext cx="51206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681728"/>
            <a:ext cx="4791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58952" y="5449824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verified across the complete checklist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46634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validation requires dated evidence. Neither supplementary area is included in the six-pillar mean.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findings into owned 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00232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09344"/>
            <a:ext cx="1106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29968" y="1609344"/>
            <a:ext cx="72146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from the executive report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64040" y="1609344"/>
            <a:ext cx="20208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984248"/>
            <a:ext cx="11000232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084832"/>
            <a:ext cx="1106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29968" y="2084832"/>
            <a:ext cx="7214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vault deletion-protection state, obtain owner approval and verify closure after configuration.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464040" y="2084832"/>
            <a:ext cx="2020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SEC-15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2926080"/>
            <a:ext cx="11000232" cy="914400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026664"/>
            <a:ext cx="1106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029968" y="3026664"/>
            <a:ext cx="7214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 secret expiries privately, remediate expiry/ownership gaps and test rotation.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64040" y="3026664"/>
            <a:ext cx="2020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3867912"/>
            <a:ext cx="11000232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968496"/>
            <a:ext cx="1106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29968" y="3968496"/>
            <a:ext cx="7214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Configure/test app health recovery and move tuned WAF protection into Prevention.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464040" y="3968496"/>
            <a:ext cx="2020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REL-04, SEC-07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94360" y="4809744"/>
            <a:ext cx="11000232" cy="914400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910328"/>
            <a:ext cx="11064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now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029968" y="4910328"/>
            <a:ext cx="7214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business SLO/RTO/RPO; export effective WAF rules and runtime identity grants.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464040" y="4910328"/>
            <a:ext cx="2020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FND-03, SEC-08, SEC-04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roles, dates and change approvals must be agreed; no Azure resources were changed.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has boundaries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2834640" cy="12344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18488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58952" y="238658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94760" y="1691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 controls remain Not verified. Missing evidence is not proof of a fault or a pass.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11000232" cy="4480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3300984"/>
            <a:ext cx="3465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300984"/>
            <a:ext cx="7095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confidence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675888"/>
            <a:ext cx="11000232" cy="7040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776472"/>
            <a:ext cx="34655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database during collection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89120" y="3776472"/>
            <a:ext cx="70957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Database/parameter queries failed and backup enumeration was unavailable. Entra-only provider evidence is positive but grants, TLS enforcement, schema and recovery tests remain unverified.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4407408"/>
            <a:ext cx="11000232" cy="704088"/>
          </a:xfrm>
          <a:prstGeom prst="rect">
            <a:avLst/>
          </a:prstGeom>
          <a:solidFill>
            <a:srgbClr val="ECF1F8"/>
          </a:solidFill>
          <a:ln w="12700">
            <a:solidFill>
              <a:srgbClr val="ECF1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507992"/>
            <a:ext cx="34655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vault denied collector data-plane access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4507992"/>
            <a:ext cx="70957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Secret/key/certificate metadata could not be read. Open provider findings retain their older evaluation dates; failed access does not prove runtime access or secret safety.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138928"/>
            <a:ext cx="11000232" cy="704088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5239512"/>
            <a:ext cx="346557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operational evidence and incomplete collector coverage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389120" y="5239512"/>
            <a:ext cx="70957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validation or live tests; origin details, cache database settings, sidecar runtime, effective access, cost metrics and several child resources are incomplete. Ten failed calls were found…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0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 the next decision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ON AZURE / EXISTING REPORT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064240" y="64008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12064" cy="5120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10085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environment classification, operating schedule and availability/recovery objectives.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185416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owner — not assigned · Agree before readiness approval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569464"/>
            <a:ext cx="512064" cy="5120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2660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569464"/>
            <a:ext cx="10085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Recollect database evidence during an authorized running window and vault metadata from an approved private path.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Platform/DB owner — not assigned · After access and schedule approval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630168"/>
            <a:ext cx="512064" cy="5120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37216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3630168"/>
            <a:ext cx="10085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WAF/health/logging/maintenance corrections and revalidate open vault safeguards.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4306824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Platform/security owner — not assigned · Prioritize through change control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690872"/>
            <a:ext cx="512064" cy="5120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47823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4690872"/>
            <a:ext cx="10085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dated identity, restore, security and performance tests; refresh the three reports.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17320" y="5367528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Workload/security owners — not assigned · After remediation and evidence collection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only when the source reports are deliberately refreshed.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WordPress on Azure — Well-Architected review</dc:title>
  <dc:subject>Presentation of existing report decisions; no reassessment</dc:subject>
  <dc:creator>WordPress Well-Architected Review</dc:creator>
  <cp:lastModifiedBy>WordPress Well-Architected Review</cp:lastModifiedBy>
  <cp:revision>1</cp:revision>
  <dcterms:created xsi:type="dcterms:W3CDTF">2026-10-06T07:04:34Z</dcterms:created>
  <dcterms:modified xsi:type="dcterms:W3CDTF">2026-10-06T07:04:34Z</dcterms:modified>
</cp:coreProperties>
</file>