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Foundations</c:v>
                </c:pt>
                <c:pt idx="1">
                  <c:v>Reliability</c:v>
                </c:pt>
                <c:pt idx="2">
                  <c:v>Security</c:v>
                </c:pt>
                <c:pt idx="3">
                  <c:v>Cost</c:v>
                </c:pt>
                <c:pt idx="4">
                  <c:v>Operations</c:v>
                </c:pt>
                <c:pt idx="5">
                  <c:v>Performance</c:v>
                </c:pt>
                <c:pt idx="6">
                  <c:v>Resource-specific</c:v>
                </c:pt>
                <c:pt idx="7">
                  <c:v>Manual register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AC-409D-8A12-12699B319D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Foundations</c:v>
                </c:pt>
                <c:pt idx="1">
                  <c:v>Reliability</c:v>
                </c:pt>
                <c:pt idx="2">
                  <c:v>Security</c:v>
                </c:pt>
                <c:pt idx="3">
                  <c:v>Cost</c:v>
                </c:pt>
                <c:pt idx="4">
                  <c:v>Operations</c:v>
                </c:pt>
                <c:pt idx="5">
                  <c:v>Performance</c:v>
                </c:pt>
                <c:pt idx="6">
                  <c:v>Resource-specific</c:v>
                </c:pt>
                <c:pt idx="7">
                  <c:v>Manual register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AC-409D-8A12-12699B319D2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N/A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Foundations</c:v>
                </c:pt>
                <c:pt idx="1">
                  <c:v>Reliability</c:v>
                </c:pt>
                <c:pt idx="2">
                  <c:v>Security</c:v>
                </c:pt>
                <c:pt idx="3">
                  <c:v>Cost</c:v>
                </c:pt>
                <c:pt idx="4">
                  <c:v>Operations</c:v>
                </c:pt>
                <c:pt idx="5">
                  <c:v>Performance</c:v>
                </c:pt>
                <c:pt idx="6">
                  <c:v>Resource-specific</c:v>
                </c:pt>
                <c:pt idx="7">
                  <c:v>Manual register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9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2AC-409D-8A12-12699B319D2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Not verified</c:v>
                </c:pt>
              </c:strCache>
            </c:strRef>
          </c:tx>
          <c:spPr>
            <a:solidFill>
              <a:srgbClr val="607D8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Foundations</c:v>
                </c:pt>
                <c:pt idx="1">
                  <c:v>Reliability</c:v>
                </c:pt>
                <c:pt idx="2">
                  <c:v>Security</c:v>
                </c:pt>
                <c:pt idx="3">
                  <c:v>Cost</c:v>
                </c:pt>
                <c:pt idx="4">
                  <c:v>Operations</c:v>
                </c:pt>
                <c:pt idx="5">
                  <c:v>Performance</c:v>
                </c:pt>
                <c:pt idx="6">
                  <c:v>Resource-specific</c:v>
                </c:pt>
                <c:pt idx="7">
                  <c:v>Manual register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12</c:v>
                </c:pt>
                <c:pt idx="1">
                  <c:v>14</c:v>
                </c:pt>
                <c:pt idx="2">
                  <c:v>17</c:v>
                </c:pt>
                <c:pt idx="3">
                  <c:v>14</c:v>
                </c:pt>
                <c:pt idx="4">
                  <c:v>17</c:v>
                </c:pt>
                <c:pt idx="5">
                  <c:v>15</c:v>
                </c:pt>
                <c:pt idx="6">
                  <c:v>34</c:v>
                </c:pt>
                <c:pt idx="7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2AC-409D-8A12-12699B319D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Findings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76</c:v>
                </c:pt>
                <c:pt idx="2">
                  <c:v>9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68-40E4-ADE2-FB8548B216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5825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Workload: WordPress on Azure App Service; Environment: Unknown / not independently confirmed; Subscription: 5e8eb071-5103-4178-b2bc-417cf42def4d; Resource group: ahms-wg-dev-rg; Evidence collected: 2026-09-28T11:25:07.9348266Z; Review date: 2026-09-28; Reviewer: GitHub Copilot, evidence-led assessment; Checklist: AzureWordPressChecklist.md (157 enumerated controls)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configuration restricts the origin to the intended Front Door profile, disables public access to four key dependencies, and protects storage against anonymous/shared-key access and short-term deletion. The largest confirmed security gap is WAF Detection with no configured managed or custom rules; worker-health settings and vault purge protection also need attention. No SLO/RTO/RPO, data classification or authoritative environment classification was supplied, so operational suitability is not established: n/a headline score at 9% coverage is a partial picture, not a compliance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FND-01 Not verified: Not verified by this collection; configuration alone cannot establish the documented practice or its effectiveness. Recommendation: Supply dated Ownership register, tags, support rota; validate the complete control with its accountable owner. FND-02 Not verified: Not verified by this collection; configuration alone cannot establish the documented practice or its effectiveness. Recommendation: Supply dated Architecture and data-flow diagrams, dependency map; validate the complete control with its accountable owner. FND-03 Not verified: No stated SLO, SLI, RTO, RPO, availability acceptance, or data-loss tolerance was supplied. Names and tags do not establish business criticality. Recommendation: Obtain signed critical-flow targets and accepted risks before selecting redundancy or recovery tiers. FND-04 Not verified: Not verified by this collection; configuration alone cannot establish the documented practice or its effectiveness. Recommendation: Supply dated Threat model, risk register, remediation backlog; validate the complete control with its accountable owner. FND-05 Not verified: Data classification, residency obligations, and retention requirements were not supplied. Recommendation: Approve a data inventory and map protection and recovery requirements to every store and log. FND-06 Not verified: Environment labels exist, but production/nonproduction classification and cross-environment identity/data isolation are not independently established. Recommendation: Confirm environment classification and compare subscriptions, identities, data, and policy boundaries. FND-07 Not verified: Resource-scope roles are not a complete view of inherited permissions, PIM, MFA, Conditional Access, access reviews, or emergency access. Recommendation: Export effective inherited RBAC and tenant controls; review standing access and exercise the emergency-access path. FND-08 Not verified: Scoped data roles are present; inherited permissions and the Communication Services custom-role definition were not collected. Recommendation: Review effective permissions and custom-role actions against a segregation-of-duties matrix. FND-09 Not verified: Pricing and workload-scoped assessments are available, not the complete current MCSB assignment, compliance results, or exception register. Recommendation: Export policy assignments, compliance and exemptions and review time-bounded exceptions. FND-10 Not verified: Three workload Security Advisor recommendations were collected. Cost/performance Advisor categories and an owned decision log were not collected. Recommendation: Triage the three recommendations with owners; obtain broader Advisor recommendations and documented risk/cost decisions. FND-11 Not verified: Successful scoped list calls return null, compatible with this collector serializing empty lists as null. No scoped locks are demonstrated, but inherited subscription locks and break-glass design were not collected, so complete deletion protection is Not verified. Recommendation: Collect effective inherited locks, confirm critical stateful resources, and test the documented authorized break-glass recovery path. FND-12 Fail: The resource group has no tags; the storage account tags contain workload/environment labels but no owner, cost-center, or lifecycle information. Allocation and ownership controls are incomplete. Recommendation: Apply and enforce owner, workload, environment, cost-center and lifecycle tags; reconcile untaggable shared-resource costs. FND-13 Not verified: Not verified by this collection; configuration alone cannot establish the documented practice or its effectiveness. Recommendation: Supply dated Customer Lockbox configuration and request history; validate the complete control with its accountable owner.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REL-01 Not verified: Not verified by this collection; configuration alone cannot establish the documented practice or its effectiveness. Recommendation: Supply dated Architecture decision records and dependency map; validate the complete control with its accountable owner. REL-02 Not verified: Not verified by this collection; configuration alone cannot establish the documented practice or its effectiveness. Recommendation: Supply dated FMA and mitigation backlog; validate the complete control with its accountable owner. REL-03 Not verified: One worker and no zone redundancy are configured; ARR affinity is disabled. The two-worker production requirement cannot be judged without confirmed environment and SLO. Recommendation: Confirm production status and targets; if required, validate regional support and test at least two workers with suitable zone/capacity headroom. REL-04 Fail: Always On is explicitly disabled, Health Check has no path, and auto-heal is disabled. Slow starts and unhealthy workers have no configured checks of this kind. Recommendation: Enable Always On; implement a fast dependency-aware Health Check and tested auto-heal rules; review Resiliency Score and exercise unhealthy-worker removal. REL-05 Not verified: Blob integration is enabled and a Redis endpoint is configured, but durable filesystem use, sessions, and cache-loss behavior are not proven. Redis HA is disabled. Recommendation: Review uploads/session paths and run scale-out, worker replacement and cache-loss tests before claiming statelessness. REL-06 Not verified: Elastic scale is disabled; Azure Monitor autoscale profiles, thresholds, quotas and load tests were not collected. This is not proof that all autoscale mechanisms are absent. Recommendation: Collect autoscale resources and quota/headroom evidence; test minimum/maximum capacity, cooldowns and scale-in. REL-07 Not verified: The generic preload flag is false and container startup timeout is 1800 seconds. Linux site-container readiness and release-gate behavior were not collected. Recommendation: Collect startup probes and deployment traces; verify that traffic starts only after dependency readiness. REL-08 Not verified: HA and geo-backups are disabled and retention is seven days. The server is Stopped. With no RTO/RPO or operating schedule, suitability and current business impact are not verified; no live outage is asserted. Recommendation: Confirm the stopped state is intentional and obtain recovery targets; then evaluate HA/geo-recovery and retention against them without starting resources in this review. REL-09 Not verified: MySQL backup enumeration failed; seven-day Blob deletion retention does not prove a time-consistent whole-workload recovery set. Recommendation: Collect native database backup metadata through an authorized operating window and document a consistent database/media/configuration/identity/edge recovery set. REL-10 Not verified: Configured retention is not a measured recovery result. Recommendation: Restore an isolated full workload, measure achieved RTO/RPO, and record cache-loss, slot rollback and required regional recovery defects. REL-11 Not verified: Storage uses local redundancy. Without approved durability/regional recovery requirements, LRS is neither automatically compliant nor a proved failure. Recommendation: Compare LRS with approved recovery targets; evaluate ZRS/geo-redundancy only where required and supported. REL-12 Pass: Blob and container soft delete are both enabled for seven days, providing an explicit deletion-protection mechanism. Versioning and point-in-time restore are disabled; suitability beyond this baseline and actual restore success remain unverified. Recommendation: Retain soft delete; validate the seven-day period against business requirements and test media recovery under REL-10. REL-13 Fail: The origin group probes the root page with HTTPS GET every 100 seconds rather than a dedicated dependency-aware health endpoint. A responding homepage can conceal dependency failure. Recommendation: Implement a lightweight uncached health endpoint, then validate probe behavior, origin priorities/weights and failure recovery. REL-14 Not verified: Collected regional resources are in South Africa North; no approved regional recovery need or failover exercise was supplied. Recommendation: Decide regional recovery from business targets and test state consistency before adding any secondary region. REL-15 Not verified: Not verified by this collection; configuration alone cannot establish the documented practice or its effectiveness. Recommendation: Supply dated Application configuration, fault-injection tests, traces; validate the complete control with its accountable owner. REL-16 Not verified: Not verified by this collection; configuration alone cannot establish the documented practice or its effectiveness. Recommendation: Supply dated Queue design, retry policy, operations runbook; validate the complete control with its accountable owner. REL-17 Not verified: Workspace-based telemetry exists, but critical-flow availability tests, SLO dashboards and incident learning records were not collected. Recommendation: Demonstrate critical-flow and dependency availability tests, owned SLO alerts and post-incident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SEC-01 Not verified: Not verified by this collection; configuration alone cannot establish the documented practice or its effectiveness. Recommendation: Supply dated Baseline, policy assignments, Defender compliance; validate the complete control with its accountable owner. SEC-02 Not verified: Not verified by this collection; configuration alone cannot establish the documented practice or its effectiveness. Recommendation: Supply dated SBOM, scan results, patch records, CI/CD gates; validate the complete control with its accountable owner. SEC-03 Not verified: A user-assigned identity and managed-identity flags for Blob, email and MySQL are configured. Credential-bearing setting contents are withheld; redaction is not evidence of weak or exposed secrets. Least-privilege application access and reference resolution remain unverified. Recommendation: Verify effective data-plane permissions, secret-store/reference resolution and actual managed-identity use for each supported dependency. SEC-04 Not verified: The application requests MySQL managed identity, but server Entra configuration, application grants and a successful authentication test are absent. No claim is made that WordPress uses the server administrator. Recommendation: Collect Entra server administrators and MySQL grants; test the dedicated identity and credential/identity rotation where applicable. SEC-05 Not verified: Debugging is disabled, FTP is FTPS-only, and SCM inherits main-site restrictions. Standalone SCM Allow All is not effective while inheritance is enabled. Basic publishing credential policies were not collected. Recommendation: Export FTP/SCM basicPublishingCredentialsPolicies and document required deployment paths; verify separate administrative access and disable unused credentials/endpoints. SEC-06 Not verified: HTTPS and TLS 1.2 are configured. The sitecontainers marker is not a PHP/image version; runtime support and end-to-end TLS feature applicability are not established. Recommendation: Inventory actual site-container images and PHP/WordPress versions, verify support lifecycle and end-to-end TLS capability, and test TLS behavior. SEC-07 Fail: The associated WAF policy is enabled but in Detection mode. It does not enforce blocking, even though App Service admits only the intended Front Door profile. Recommendation: Tune the policy and test legitimate traffic, then move to Prevention and verify enforcement for every intended domain/route. SEC-08 Fail: The successful policy payload contains neither managed rule sets nor custom rules, so no targeted WAF rate-limit rules are configured. The current Standard tier does not provide the intended managed-rule capability. Recommendation: Evaluate Premium for managed/bot protection, add narrowly scoped login/abuse rate limits, document exclusions, and regression-test before enforcement. SEC-09 Pass: The allowed Front Door service tag is combined with a header matching this exact profile, and default ingress is Deny. This meets the control-plane origin-restriction pattern; live negative bypass testing remains Not verified in SEC-23/MAN-07. Recommendation: Preserve service-tag plus profile-ID validation and default deny; run direct-origin and alternate-profile negative tests. SEC-10 Not verified: No custom WAF rules are returned and platform authentication is disabled. WordPress authentication, MFA, login throttling and admin-ajax exceptions were not collected; this does not establish password-only or anonymous administrator access. Recommendation: Review WordPress and edge administrator protections; test login throttling, authorization, MFA and legitimate admin-ajax paths. SEC-11 Not verified: App Service integrates with the application subnet but route-all is disabled. Intended egress destinations, effective routes, DNS and approval for direct internet egress are not collected. Recommendation: Document allowed egress and test effective paths; evaluate route-all/firewall enforcement only after validating platform and external dependencies. SEC-12 Pass: MySQL, Blob Storage, Key Vault and Redis all disable public access and have approved private-endpoint connections. Four corresponding private DNS zones each report one VNet link. This is a configuration pass, not proof of resolution/routing from every client. Recommendation: Keep public paths disabled. Validate DNS records and connectivity from every intended client under NET-02; do not reopen services to fix collector connectivity. SEC-13 Fail: The application-subnet NSG has only default rules, including Internet egress on all ports/protocols and broad intra-VNet allowances. The other two collected NSGs follow the same default-only pattern. These are not least-privilege segmentation rules; private-endpoint network policies are also disabled. Recommendation: Derive required flows, implement narrow ingress/egress rules and validate effective behavior, including private-endpoint policy handling, without blocking Azure dependencies. SEC-14 Not verified: Vault data-plane metadata was blocked by private networking. Advisor flags secret expiration, but the current secret-by-secret scope, WordPress salts, owners, expiry alerts and rotation tests are not verified. This is a high-impact verification gap, not a claim of secret exposure. Recommendation: Recollect metadata from an approved private-network runner, triage the expiration recommendation, and verify inventory, owners, alerts and safe emergency rotation without exporting values. SEC-15 Fail: Purge protection is not enabled in the returned vault configuration and the workload-specific Advisor finding independently flags deletion protection. Soft delete (seven days), RBAC, audit diagnostics and private access are present but do not prevent purge. Recommendation: Validate the retention choice and enable purge protection through approved change control; review effective RBAC and test recovery without attempting irreversible purge. SEC-16 Not verified: Storage encryption and HTTPS and Redis minimum TLS are configured. MySQL secure-transport parameters and Redis database-level client protocol settings are unavailable. No assertion of plaintext traffic is made. Recommendation: Collect MySQL transport parameters and Redis database settings; validate encryption and certificate handling end to end, with CMK only where justified. SEC-17 Pass: Anonymous Blob and shared-key access are disabled. The app enables Blob managed identity and the collected service principal has a scoped Blob data role. This proves the account-level protections and configured identity path, not a complete SAS/user-delegation audit. Recommendation: Preserve the identity-based path and private access; verify role scope and any user-delegation SAS lifetimes during access review. SEC-18 Not verified: phpMyAdmin setup is enabled. Its route protection, effective WP_DEBUG/DISALLOW_FILE_EDIT, plugin inventory and XML-RPC/application-password use were not collected. Enabling setup does not prove public reachability. Recommendation: Inspect effective WordPress configuration and test phpMyAdmin/admin/XML-RPC routes; disable unnecessary interfaces and dashboard editing, and verify debug policy for the confirmed environment. SEC-19 Not verified: Control-plane CORS does not reveal application-generated CSP, HSTS, frame/content-type headers or actual response behavior. Recommendation: Run an authenticated/anonymous HTTP header scan and regression-test a restrictive policy. SEC-20 Not verified: Bootstrap administrator-setting names are present but are not an active WordPress user/role inventory. They do not prove a shared administrator, default active username or absent MFA. Recommendation: Obtain a dated WordPress user/role and administrator audit; verify individual accounts, least privilege, strong authentication and activity logging. SEC-21 Not verified: Paid AppServices, StorageAccounts, KeyVaults, OpenSourceRelationalDatabases and CloudPosture plans are configured. Resource-level coverage and an owned, tested SIEM/response workflow are not proven. Recommendation: Verify actual protected-resource coverage, alert routing and ownership, then exercise triage without changing plan subscriptions in this review. SEC-22 Not verified: App and vault diagnostics target the central workspace. Storage-account diagnostics return no settings; Blob service-level settings, inherited log access, PII handling and redaction tests are not collected. Recommendation: Collect child-resource audit diagnostics and effective workspace access; inspect a sanitized log sample and test secret/PII exclusion. SEC-23 Not verified: Not verified by this collection; configuration alone cannot establish the documented practice or its effectiveness. Recommendation: Supply dated Security test results, WAF logs, incident exercise; validate the complete control with its accountable owner. SEC-24 Not verified: Database/identity settings exist, but filesystem permissions, unique salts, effective debug values and multisite behavior are not evidenced. Redacted credential values do not establish insecurity. Recommendation: Review effective wp-config and filesystem permissions without disclosing secrets; validate unique secret material and any multisite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CST-01 Not verified: Not verified by this collection; configuration alone cannot establish the documented practice or its effectiveness. Recommendation: Supply dated Cost model and approved budget; validate the complete control with its accountable owner. CST-02 Not verified: Not verified by this collection; configuration alone cannot establish the documented practice or its effectiveness. Recommendation: Supply dated Budgets, alerts, cost reports, review minutes; validate the complete control with its accountable owner. CST-03 Not verified: One P0v3 worker is provisioned; CPU/memory/queue/load trends and SLO headroom are absent. Recommendation: Collect representative utilization and flow latency before resizing. CST-04 Not verified: The B1ms database is stopped with 128 GiB storage. No approved schedule, demand trace or complete cost model was collected; stopped does not establish legitimate nonproduction savings. Recommendation: Confirm operating intent, collect compute/IOPS/storage and billing trends, and evaluate sizing against confirmed availability needs. CST-05 Not verified: Inventory alone does not identify idle resources or prove nonproduction scheduling and scale-in policies. Recommendation: Reconcile utilization, schedules and ownership before removing resources or changing scale-in. CST-06 Not verified: Not verified by this collection; configuration alone cannot establish the documented practice or its effectiveness. Recommendation: Supply dated Reservation analysis and utilization report; validate the complete control with its accountable owner. CST-07 Not verified: Hot/LRS is configured. The lifecycle-policy call returned ManagementPolicyNotFound; under the failed-call rule, lifecycle compliance is Not verified rather than Fail. Recommendation: Obtain lifecycle policy and access/cost trends through a successful collection; validate any expiry/tiering policy against recovery needs. CST-08 Not verified: Front Door Standard and a HTTPS route are observed, but request/transfer/cache metrics and a WAF/Private Link cost model are absent. Recommendation: Model the proposed security tier and edge transfer costs; test safe caching/compression and measure origin reduction. CST-09 Not verified: Workspace and Application Insights are co-located. Returned retention values differ (30/90 days), and the workspace has no finite daily cap. Ingestion, table-level retention, sampling and query needs were not collected; no cap is not itself a failure. Recommendation: Review actual billable ingestion and effective per-table retention, sampling and transformations; reconcile configured retention values with query and compliance needs. CST-10 Not verified: Not verified by this collection; configuration alone cannot establish the documented practice or its effectiveness. Recommendation: Supply dated Workload cost allocation and trend; validate the complete control with its accountable owner. CST-11 Not verified: The plan reports one site but the apps enumeration command failed. Effective co-hosting, shared-service ownership and consolidation suitability are unverified. Recommendation: Repair app enumeration and compare actual application ownership, scaling, utilization and SLO requirements. CST-12 Not verified: Not verified by this collection; configuration alone cannot establish the documented practice or its effectiveness. Recommendation: Supply dated Flow cost analysis, traces, database/cache metrics; validate the complete control with its accountable owner. CST-13 Not verified: Not verified by this collection; configuration alone cannot establish the documented practice or its effectiveness. Recommendation: Supply dated Risk acceptance, control mapping, cost review; validate the complete control with its accountable owner. CST-14 Not verified: Not verified by this collection; configuration alone cannot establish the documented practice or its effectiveness. Recommendation: Supply dated Operating model, automation, review cadence; validate the complete control with its accountable owner.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OPS-01 Not verified: Not verified by this collection; configuration alone cannot establish the documented practice or its effectiveness. Recommendation: Supply dated Operating model, RACI, review and postmortem records; validate the complete control with its accountable owner. OPS-02 Not verified: Not verified by this collection; configuration alone cannot establish the documented practice or its effectiveness. Recommendation: Supply dated Repository, pull requests, pipeline and drift reports; validate the complete control with its accountable owner. OPS-03 Not verified: Not verified by this collection; configuration alone cannot establish the documented practice or its effectiveness. Recommendation: Supply dated CI/CD definitions, release records, signed/versioned artifacts; validate the complete control with its accountable owner. OPS-04 Not verified: The successful slot list returns no slot objects (empty-list/null serialization). The collection does not prove safe-release gates, alternate progressive delivery or rollback; production status is unknown. Recommendation: Confirm deployment strategy; if slots are appropriate, implement protected staging, slot-specific settings, warm-up, progressive exposure and tested rollback. OPS-05 Not verified: Not verified by this collection; configuration alone cannot establish the documented practice or its effectiveness. Recommendation: Supply dated Migration plan, deployment tests, rollback evidence; validate the complete control with its accountable owner. OPS-06 Not verified: Not verified by this collection; configuration alone cannot establish the documented practice or its effectiveness. Recommendation: Supply dated Baseline export, policy, drift report; validate the complete control with its accountable owner. OPS-07 Not verified: Several services send logs/metrics to the workspace. Direct WAF-policy diagnostics are unsupported; profile diagnostics are the relevant source. Complete child-service logging, retention and end-to-end log delivery remain unverified. Recommendation: Verify Front Door access/WAF/probe log delivery at profile scope and collect storage child-service/network diagnostics and retention requirements. OPS-08 Not verified: Application Insights is workspace-linked and an extension version is configured. This does not establish functioning request/dependency traces, business metrics or availability tests. Recommendation: Collect sanitized traces, deployment markers, availability tests and SLO symptom dashboards. OPS-09 Not verified: Not verified by this collection; configuration alone cannot establish the documented practice or its effectiveness. Recommendation: Supply dated Alert rules, action groups, runbooks, test records; validate the complete control with its accountable owner. OPS-10 Not verified: Not verified by this collection; configuration alone cannot establish the documented practice or its effectiveness. Recommendation: Supply dated Runbooks and exercise records; validate the complete control with its accountable owner. OPS-11 Not verified: Not verified by this collection; configuration alone cannot establish the documented practice or its effectiveness. Recommendation: Supply dated Incident plan, on-call rota, postmortems; validate the complete control with its accountable owner. OPS-12 Not verified: Not verified by this collection; configuration alone cannot establish the documented practice or its effectiveness. Recommendation: Supply dated Test suites, pipeline results, release gates; validate the complete control with its accountable owner. OPS-13 Not verified: MySQL 8.4 and a v2 Redis resource are inventoried, but actual PHP/WordPress/plugin/container versions and the lifecycle/expiry register are not supplied. Recommendation: Inventory runtime and package versions, support dates, certificates and secrets; establish owned lifecycle alerts and patch evidence. OPS-14 Not verified: Not verified by this collection; configuration alone cannot establish the documented practice or its effectiveness. Recommendation: Supply dated Governance policy, staging test, release record; validate the complete control with its accountable owner. OPS-15 Not verified: Not verified by this collection; configuration alone cannot establish the documented practice or its effectiveness. Recommendation: Supply dated Workbooks, saved queries, review cadence; validate the complete control with its accountable owner. OPS-16 Not verified: Not verified by this collection; configuration alone cannot establish the documented practice or its effectiveness. Recommendation: Supply dated Automation code, schedules, run history; validate the complete control with its accountable owner. OPS-17 Not verified: Communication Services has a linked email domain and the app enables email managed identity. EmailServices/domain collectors are unsupported; SPF/DKIM/DMARC, delivery and retries are not verified. Recommendation: Validate actual sending identity, DNS authentication, delivery/bounce callbacks and retry behavior with a dated end-to-end email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PRF-01 Not verified: Not verified by this collection; configuration alone cannot establish the documented practice or its effectiveness. Recommendation: Supply dated Performance budget, SLO dashboard; validate the complete control with its accountable owner. PRF-02 Not verified: Not verified by this collection; configuration alone cannot establish the documented practice or its effectiveness. Recommendation: Supply dated Forecast, load test, capacity plan; validate the complete control with its accountable owner. PRF-03 Not verified: P0v3, Burstable B1ms, and Balanced_B0 are observed. Feature names do not prove measured capacity or performance suitability. Recommendation: Approve capacity targets and load-test the component bottlenecks before changing tiers. PRF-04 Not verified: Telemetry infrastructure exists, but longitudinal latency, throughput, errors, saturation, query and cache metrics were not collected. Recommendation: Supply aligned per-flow metrics and dependency traces covering representative normal and peak windows. PRF-05 Not verified: The collection contains capacity settings, not controlled scale-out tests or dependency limit/SNAT metrics. Recommendation: Load-test scale thresholds and all dependency limits; record safe scale-in and reconnect behavior. PRF-06 Not verified: Not verified by this collection; configuration alone cannot establish the documented practice or its effectiveness. Recommendation: Supply dated Versioned test scripts, reports, remediation backlog; validate the complete control with its accountable owner. PRF-07 Not verified: The collected route has no cacheConfiguration property or rule-set objects. Missing configuration is not a cache-safety test; authenticated/private response behavior remains unverified. Recommendation: Collect full route/rule cache settings and test cookies, query keys, TTLs, purge and exclusion of private/admin responses before enabling caching. PRF-08 Not verified: Blob integration is enabled and origin HTTP/2 is disabled. Edge HTTP/2, safe static caching, compression, actual media offload and delivery metrics were not collected. Origin HTTP/2=false alone does not prove the client-facing edge lacks HTTP/2. Recommendation: Verify media paths and edge response headers; test static-only caching, compression and HTTP/2 then measure origin load reduction. PRF-09 Not verified: Redis endpoints are configured, but object/page-cache operation, database policy and reconnect/cache-loss behavior were not collected. Recommendation: Inspect the active cache plugin and database settings; run bounded-retry, eviction, cache-miss and cache-loss tests. PRF-10 Not verified: No effective PHP OPcache, NGINX customizations, plugin inventory or image/page measurements were collected. Recommendation: Collect effective runtime settings and a representative page profile; validate OPcache and image/plugin optimizations. PRF-11 Not verified: The settings collection does not establish effective WordPress cron behavior, an external scheduler or job duration/failure monitoring. Recommendation: Inspect WordPress cron and scheduled jobs; decide replacement from measured workload and retain job execution/alert evidence. PRF-12 Not verified: App and database are co-located, but slow-query parameters were unavailable while MySQL was stopped; query plans, indexes and pooling are not collected. Recommendation: Collect parameters and representative slow-query/connection metrics in an authorized operating window; tune queries before scaling. PRF-13 Not verified: Not verified by this collection; configuration alone cannot establish the documented practice or its effectiveness. Recommendation: Supply dated Schedule, telemetry, change records; validate the complete control with its accountable owner. PRF-14 Not verified: Not verified by this collection; configuration alone cannot establish the documented practice or its effectiveness. Recommendation: Supply dated Performance runbook and incident records; validate the complete control with its accountable owner. PRF-15 Not verified: Not verified by this collection; configuration alone cannot establish the documented practice or its effectiveness. Recommendation: Supply dated Trend reports, optimization backlog; validate the complete control with its accountable owner.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F-001 SEC-15 Fail: Purge protection is not enabled in the returned vault configuration and the workload-specific Advisor finding independently flags deletion protection. Soft delete (seven days), RBAC, audit diagnostics and private access are present but do not prevent purge. Action: Validate the retention choice and enable purge protection through approved change control; review effective RBAC and test recovery without attempting irreversible purge. F-002 SEC-07 Fail: The associated WAF policy is enabled but in Detection mode. It does not enforce blocking, even though App Service admits only the intended Front Door profile. Action: Tune the policy and test legitimate traffic, then move to Prevention and verify enforcement for every intended domain/route. F-003 REL-04 Fail: Always On is explicitly disabled, Health Check has no path, and auto-heal is disabled. Slow starts and unhealthy workers have no configured checks of this kind. Action: Enable Always On; implement a fast dependency-aware Health Check and tested auto-heal rules; review Resiliency Score and exercise unhealthy-worker removal. F-004 SEC-08 Fail: The successful policy payload contains neither managed rule sets nor custom rules, so no targeted WAF rate-limit rules are configured. The current Standard tier does not provide the intended managed-rule capability. Action: Evaluate Premium for managed/bot protection, add narrowly scoped login/abuse rate limits, document exclusions, and regression-test before enforcement.SEC-15 business impact: Deletion can become unrecoverable despite seven-day soft delete.SEC-07 business impact: Threats are logged rather than blocked at the edge.REL-04 business impact: Cold starts and unhealthy-worker behavior lack these configured safeguards.SEC-08 business impact: The current policy has no configured managed attack/rate-limiting rule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F-005 ACS-01 Not verified: Email managed identity is enabled in the app; the effective sending path, remaining key use and rotation behavior are not verified. Action: Test supported managed-identity sends and inventory remaining secret usage/rotation without disclosing values. F-006 ACS-02 Not verified: A scoped custom email role is assigned, but its actions/dataActions and inherited permissions are not collected. A custom role name is not a least-privilege proof. Action: Export the custom-role definition and effective roles; separate sending permissions from administration and test the minimum grant. F-007 ACS-03 Not verified: The resource data location is africa; classification, consent obligations and retained message/log fields are not supplied. Action: Review residency/consent and minimize stored message content and metadata against the approved data classification. F-008 ACS-04 Not verified: A linked domain does not demonstrate retry/idempotency/callback/dead-letter behavior. Action: Exercise throttling and transient failures with bounded retries, deduplication, status callbacks and reconciliation.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F-009 DEF-01 Not verified: FoundationalCspm and CloudPosture pricing entries are Standard. The assessments payload is an embedded JSON string: 7734 records were parsed, only 26 match exact inventory resource IDs. MCSB assignments/secure-score governance are not established. Action: Fix typed scoped assessment collection, preserve exact resource matching, and collect MCSB assignment, compliance, secure-score and governance records. F-010 DEF-02 Not verified: Eighteen subscription pricing entries are Standard, including plans for resource types outside this resource group. Neither waste nor protected-resource coverage can be inferred without subscription-wide inventory/billing. Action: Map paid plans, subplans and extensions to protected subscription resources and intended use cases; do not disable plans based only on this resource group. F-011 DEF-03 Not verified: One exact-VNet DDoS assessment is NotApplicable with cause OffByPolicy. That is a policy evaluation state, not an approved workload exemption; exemption ownership and expiry are not collected. Action: Collect policy overrides/exemptions and require justification, compensating controls, owner, expiry and revalidation. F-012 DEF-04 Not verified: Security contact settings are present, but continuous export, workflow automation, SIEM data protection and incident routing were not collected. Action: Collect exports/automation and demonstrate a protected alert-to-case workflow with triage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F-013 DEF-06 Not verified: Three workload Security Advisor recommendations exist; no governance owners, due dates, trend review or incident exercise is evidenced. Action: Assign owners/dates, review risk and trend, and test response/change monitoring. F-014 FD-03 Not verified: Individual origin host-header settings and inherited Front Door RBAC are not collected. A null direct-assignment list is not proof of unrestricted access. Action: Collect origins and effective RBAC; verify original host forwarding and cookie/redirect behavior for intended domains. F-015 FND-03 Not verified: No stated SLO, SLI, RTO, RPO, availability acceptance, or data-loss tolerance was supplied. Names and tags do not establish business criticality. Action: Obtain signed critical-flow targets and accepted risks before selecting redundancy or recovery tiers. F-016 FND-04 Not verified: Not verified by this collection; configuration alone cannot establish the documented practice or its effectiveness. Action: Supply dated Threat model, risk register, remediation backlog; validate the complete control with its accountable owner.FND-03 business impact: Resilience and capacity cannot be judged against business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F-017 FND-05 Not verified: Data classification, residency obligations, and retention requirements were not supplied. Action: Approve a data inventory and map protection and recovery requirements to every store and log. F-018 FND-07 Not verified: Resource-scope roles are not a complete view of inherited permissions, PIM, MFA, Conditional Access, access reviews, or emergency access. Action: Export effective inherited RBAC and tenant controls; review standing access and exercise the emergency-access path. F-019 FND-08 Not verified: Scoped data roles are present; inherited permissions and the Communication Services custom-role definition were not collected. Action: Review effective permissions and custom-role actions against a segregation-of-duties matrix. F-020 FND-09 Not verified: Pricing and workload-scoped assessments are available, not the complete current MCSB assignment, compliance results, or exception register. Action: Export policy assignments, compliance and exemptions and review time-bounded exceptions.FND-07 business impact: Standing privileged access, MFA/PIM and emergency-access effectiveness are unverified.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F-021 FND-11 Not verified: Successful scoped list calls return null, compatible with this collector serializing empty lists as null. No scoped locks are demonstrated, but inherited subscription locks and break-glass design were not collected, so complete deletion protection is Not verified. Action: Collect effective inherited locks, confirm critical stateful resources, and test the documented authorized break-glass recovery path. F-022 MAN-01 Not verified: Not verified by this collection; configuration alone cannot establish the documented practice or its effectiveness. Action: Supply dated Approved business impact analysis, SLO document, dependency map, risk acceptance; validate the complete control with its accountable owner. F-023 MAN-04 Not verified: Not verified by this collection; configuration alone cannot establish the documented practice or its effectiveness. Action: Supply dated Identity/RBAC exports, PIM settings, access-review records; validate the complete control with its accountable owner. F-024 MAN-05 Not verified: Not verified by this collection; configuration alone cannot establish the documented practice or its effectiveness. Action: Supply dated SBOM, scan reports, patch SLA, CI/CD configuration; validate the complete control with its accountable owner.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F-025 MAN-06 Not verified: Not verified by this collection; configuration alone cannot establish the documented practice or its effectiveness. Action: Supply dated Rotation policy, expiry alerts, change records, successful test; validate the complete control with its accountable owner. F-026 MAN-08 Not verified: Not verified by this collection; configuration alone cannot establish the documented practice or its effectiveness. Action: Supply dated Repository, pull requests, pipeline runs, drift reports; validate the complete control with its accountable owner. F-027 MAN-09 Not verified: Not verified by this collection; configuration alone cannot establish the documented practice or its effectiveness. Action: Supply dated Alert tests, dashboards, runbooks, on-call rota, postmortems; validate the complete control with its accountable owner. F-028 MAN-12 Not verified: Not verified by this collection; configuration alone cannot establish the documented practice or its effectiveness. Action: Supply dated Governance policy, access review, privacy assessment, delivery reports; validate the complete control with its accountable owner.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F-029 MON-01 Not verified: Application Insights is workspace-based and resource-context log access is enabled. Effective query/export permissions and ingestion authentication were not collected. Action: Review workspace/resource inherited RBAC, ingestion authentication and least-privilege query/export access. F-030 MON-04 Not verified: Application Insights exists but multi-location critical-flow availability tests and notification tests are not collected. Action: Provide availability-test configurations, action groups and dated multi-location failure notification evidence. F-031 NET-02 Not verified: Private endpoints and four linked zones are inventoried, but DNS records and client-path DNS/routing tests are not collected. Action: Test each dependency from the app, build agents, peered networks and on-premises paths where applicable; retain resolved addresses and route evidence. F-032 OPS-02 Not verified: Not verified by this collection; configuration alone cannot establish the documented practice or its effectiveness. Action: Supply dated Repository, pull requests, pipeline and drift reports; validate the complete control with its accountable owner.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F-033 OPS-03 Not verified: Not verified by this collection; configuration alone cannot establish the documented practice or its effectiveness. Action: Supply dated CI/CD definitions, release records, signed/versioned artifacts; validate the complete control with its accountable owner. F-034 OPS-05 Not verified: Not verified by this collection; configuration alone cannot establish the documented practice or its effectiveness. Action: Supply dated Migration plan, deployment tests, rollback evidence; validate the complete control with its accountable owner. F-035 OPS-08 Not verified: Application Insights is workspace-linked and an extension version is configured. This does not establish functioning request/dependency traces, business metrics or availability tests. Action: Collect sanitized traces, deployment markers, availability tests and SLO symptom dashboards. F-036 OPS-09 Not verified: Not verified by this collection; configuration alone cannot establish the documented practice or its effectiveness. Action: Supply dated Alert rules, action groups, runbooks, test records; validate the complete control with its accountable owner.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F-037 OPS-10 Not verified: Not verified by this collection; configuration alone cannot establish the documented practice or its effectiveness. Action: Supply dated Runbooks and exercise records; validate the complete control with its accountable owner. F-038 OPS-11 Not verified: Not verified by this collection; configuration alone cannot establish the documented practice or its effectiveness. Action: Supply dated Incident plan, on-call rota, postmortems; validate the complete control with its accountable owner. F-039 OPS-12 Not verified: Not verified by this collection; configuration alone cannot establish the documented practice or its effectiveness. Action: Supply dated Test suites, pipeline results, release gates; validate the complete control with its accountable owner. F-040 OPS-13 Not verified: MySQL 8.4 and a v2 Redis resource are inventoried, but actual PHP/WordPress/plugin/container versions and the lifecycle/expiry register are not supplied. Action: Inventory runtime and package versions, support dates, certificates and secrets; establish owned lifecycle alerts and patch evidence.OPS-13 business impact: Actual PHP, WordPress and plugin support/patch status cannot be established.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F-041 OPS-14 Not verified: Not verified by this collection; configuration alone cannot establish the documented practice or its effectiveness. Action: Supply dated Governance policy, staging test, release record; validate the complete control with its accountable owner. F-042 PRF-07 Not verified: The collected route has no cacheConfiguration property or rule-set objects. Missing configuration is not a cache-safety test; authenticated/private response behavior remains unverified. Action: Collect full route/rule cache settings and test cookies, query keys, TTLs, purge and exclusion of private/admin responses before enabling caching. F-043 PRF-09 Not verified: Redis endpoints are configured, but object/page-cache operation, database policy and reconnect/cache-loss behavior were not collected. Action: Inspect the active cache plugin and database settings; run bounded-retry, eviction, cache-miss and cache-loss tests. F-044 RDS-03 Not verified: No Redis database-level authentication/AuthNotRequired setting is included. Password-bearing setting names do not prove the server enforces authentication. Action: Collect database access configuration and perform an authorized unauthenticated-negative test; require authentication without exposing credentials.RDS-03 business impact: Parent cache/network settings do not prove authentication enforcement.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F-045 REL-03 Not verified: One worker and no zone redundancy are configured; ARR affinity is disabled. The two-worker production requirement cannot be judged without confirmed environment and SLO. Action: Confirm production status and targets; if required, validate regional support and test at least two workers with suitable zone/capacity headroom. F-046 REL-05 Not verified: Blob integration is enabled and a Redis endpoint is configured, but durable filesystem use, sessions, and cache-loss behavior are not proven. Redis HA is disabled. Action: Review uploads/session paths and run scale-out, worker replacement and cache-loss tests before claiming statelessness. F-047 REL-08 Not verified: HA and geo-backups are disabled and retention is seven days. The server is Stopped. With no RTO/RPO or operating schedule, suitability and current business impact are not verified; no live outage is asserted. Action: Confirm the stopped state is intentional and obtain recovery targets; then evaluate HA/geo-recovery and retention against them without starting resources in this review. F-048 REL-09 Not verified: MySQL backup enumeration failed; seven-day Blob deletion retention does not prove a time-consistent whole-workload recovery set. Action: Collect native database backup metadata through an authorized operating window and document a consistent database/media/configuration/identity/edge recovery set.REL-08 business impact: Operational intent and recovery adequacy are unknown, not a proved live outage.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F-049 REL-11 Not verified: Storage uses local redundancy. Without approved durability/regional recovery requirements, LRS is neither automatically compliant nor a proved failure. Action: Compare LRS with approved recovery targets; evaluate ZRS/geo-redundancy only where required and supported. F-050 REL-14 Not verified: Collected regional resources are in South Africa North; no approved regional recovery need or failover exercise was supplied. Action: Decide regional recovery from business targets and test state consistency before adding any secondary region. F-051 REL-15 Not verified: Not verified by this collection; configuration alone cannot establish the documented practice or its effectiveness. Action: Supply dated Application configuration, fault-injection tests, traces; validate the complete control with its accountable owner. F-052 REL-17 Not verified: Workspace-based telemetry exists, but critical-flow availability tests, SLO dashboards and incident learning records were not collected. Action: Demonstrate critical-flow and dependency availability tests, owned SLO alerts and post-incident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F-053 SEC-01 Not verified: Not verified by this collection; configuration alone cannot establish the documented practice or its effectiveness. Action: Supply dated Baseline, policy assignments, Defender compliance; validate the complete control with its accountable owner. F-054 SEC-02 Not verified: Not verified by this collection; configuration alone cannot establish the documented practice or its effectiveness. Action: Supply dated SBOM, scan results, patch records, CI/CD gates; validate the complete control with its accountable owner. F-055 SEC-03 Not verified: A user-assigned identity and managed-identity flags for Blob, email and MySQL are configured. Credential-bearing setting contents are withheld; redaction is not evidence of weak or exposed secrets. Least-privilege application access and reference resolution remain unverified. Action: Verify effective data-plane permissions, secret-store/reference resolution and actual managed-identity use for each supported dependency. F-056 SEC-04 Not verified: The application requests MySQL managed identity, but server Entra configuration, application grants and a successful authentication test are absent. No claim is made that WordPress uses the server administrator. Action: Collect Entra server administrators and MySQL grants; test the dedicated identity and credential/identity rotation where applicable.SEC-03 business impact: Identity flags do not prove actual least-privilege dependency access or safe secret references.SEC-04 business impact: Actual database authentication and least privilege are unverified.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F-057 SEC-05 Not verified: Debugging is disabled, FTP is FTPS-only, and SCM inherits main-site restrictions. Standalone SCM Allow All is not effective while inheritance is enabled. Basic publishing credential policies were not collected. Action: Export FTP/SCM basicPublishingCredentialsPolicies and document required deployment paths; verify separate administrative access and disable unused credentials/endpoints. F-058 SEC-06 Not verified: HTTPS and TLS 1.2 are configured. The sitecontainers marker is not a PHP/image version; runtime support and end-to-end TLS feature applicability are not established. Action: Inventory actual site-container images and PHP/WordPress versions, verify support lifecycle and end-to-end TLS capability, and test TLS behavior. F-059 SEC-10 Not verified: No custom WAF rules are returned and platform authentication is disabled. WordPress authentication, MFA, login throttling and admin-ajax exceptions were not collected; this does not establish password-only or anonymous administrator access. Action: Review WordPress and edge administrator protections; test login throttling, authorization, MFA and legitimate admin-ajax paths. F-060 SEC-11 Not verified: App Service integrates with the application subnet but route-all is disabled. Intended egress destinations, effective routes, DNS and approval for direct internet egress are not collected. Action: Document allowed egress and test effective paths; evaluate route-all/firewall enforcement only after validating platform and external dependencies.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F-061 SEC-14 Not verified: Vault data-plane metadata was blocked by private networking. Advisor flags secret expiration, but the current secret-by-secret scope, WordPress salts, owners, expiry alerts and rotation tests are not verified. This is a high-impact verification gap, not a claim of secret exposure. Action: Recollect metadata from an approved private-network runner, triage the expiration recommendation, and verify inventory, owners, alerts and safe emergency rotation without exporting values. F-062 SEC-16 Not verified: Storage encryption and HTTPS and Redis minimum TLS are configured. MySQL secure-transport parameters and Redis database-level client protocol settings are unavailable. No assertion of plaintext traffic is made. Action: Collect MySQL transport parameters and Redis database settings; validate encryption and certificate handling end to end, with CMK only where justified. F-063 SEC-18 Not verified: phpMyAdmin setup is enabled. Its route protection, effective WP_DEBUG/DISALLOW_FILE_EDIT, plugin inventory and XML-RPC/application-password use were not collected. Enabling setup does not prove public reachability. Action: Inspect effective WordPress configuration and test phpMyAdmin/admin/XML-RPC routes; disable unnecessary interfaces and dashboard editing, and verify debug policy for the confirmed environment. F-064 SEC-20 Not verified: Bootstrap administrator-setting names are present but are not an active WordPress user/role inventory. They do not prove a shared administrator, default active username or absent MFA. Action: Obtain a dated WordPress user/role and administrator audit; verify individual accounts, least privilege, strong authentication and activity logging.SEC-14 business impact: Secret inventory, expiry scope and safe rotation are not verified.SEC-20 business impact: Bootstrap names do not establish shared or weak active administrator accounts.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F-065 SEC-21 Not verified: Paid AppServices, StorageAccounts, KeyVaults, OpenSourceRelationalDatabases and CloudPosture plans are configured. Resource-level coverage and an owned, tested SIEM/response workflow are not proven. Action: Verify actual protected-resource coverage, alert routing and ownership, then exercise triage without changing plan subscriptions in this review. F-066 SEC-22 Not verified: App and vault diagnostics target the central workspace. Storage-account diagnostics return no settings; Blob service-level settings, inherited log access, PII handling and redaction tests are not collected. Action: Collect child-resource audit diagnostics and effective workspace access; inspect a sanitized log sample and test secret/PII exclusion. F-067 SEC-23 Not verified: Not verified by this collection; configuration alone cannot establish the documented practice or its effectiveness. Action: Supply dated Security test results, WAF logs, incident exercise; validate the complete control with its accountable owner. F-068 SEC-24 Not verified: Database/identity settings exist, but filesystem permissions, unique salts, effective debug values and multisite behavior are not evidenced. Redacted credential values do not establish insecurity. Action: Review effective wp-config and filesystem permissions without disclosing secrets; validate unique secret material and any multisite mapping.SEC-23 business impact: Configuration strengths have not been validated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F-069 SQL-01 Not verified: Managed identity is requested by the application, but MySQL grants and effective inherited Azure permissions were not collected. Action: Review actual database grants and separate migration, application, reporting and administration identities. F-070 SQL-04 Not verified: GIPK and schema enumeration are unavailable while stopped. Burstable is configured; neither missing primary keys nor inappropriate HA expectations are proved. Action: Collect GIPK configuration and inspect all InnoDB primary keys; confirm supported HA/replica/log feature expectations for the selected tier. F-071 MAN-02 Not verified: Not verified by this collection; configuration alone cannot establish the documented practice or its effectiveness. Action: Supply dated Measured RTO/RPO report, defects, owners, remediation evidence; validate the complete control with its accountable owner. F-072 MAN-03 Not verified: Not verified by this collection; configuration alone cannot establish the documented practice or its effectiveness. Action: Supply dated Game-day/fault-injection records and updated runbooks; validate the complete control with its accountable owner.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F-073 MAN-07 Not verified: Not verified by this collection; configuration alone cannot establish the documented practice or its effectiveness. Action: Supply dated Negative tests, WAF logs, incident/tabletop evidence; validate the complete control with its accountable owner. F-074 MAN-10 Not verified: Not verified by this collection; configuration alone cannot establish the documented practice or its effectiveness. Action: Supply dated Versioned test scripts, reports, baselines, capacity conclusions; validate the complete control with its accountable owner. F-075 PRF-06 Not verified: Not verified by this collection; configuration alone cannot establish the documented practice or its effectiveness. Action: Supply dated Versioned test scripts, reports, remediation backlog; validate the complete control with its accountable owner. F-076 REL-10 Not verified: Configured retention is not a measured recovery result. Action: Restore an isolated full workload, measure achieved RTO/RPO, and record cache-loss, slot rollback and required regional recovery defects.REL-10 business impact: Configured protection has no measured recovery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F-001 SEC-15 Fail: Validate the retention choice and enable purge protection through approved change control; review effective RBAC and test recovery without attempting irreversible purge. F-002 SEC-07 Fail: Tune the policy and test legitimate traffic, then move to Prevention and verify enforcement for every intended domain/route. F-005 ACS-01 Not verified: Test supported managed-identity sends and inventory remaining secret usage/rotation without disclosing values. F-006 ACS-02 Not verified: Export the custom-role definition and effective roles; separate sending permissions from administration and test the minimum grant. F-007 ACS-03 Not verified: Review residency/consent and minimize stored message content and metadata against the approved data classification. F-008 ACS-04 Not verified: Exercise throttling and transient failures with bounded retries, deduplication, status callbacks and reconciliation. F-009 DEF-01 Not verified: Fix typed scoped assessment collection, preserve exact resource matching, and collect MCSB assignment, compliance, secure-score and governance records. F-010 DEF-02 Not verified: Map paid plans, subplans and extensions to protected subscription resources and intended use cases; do not disable plans based only on this resource group. Owners and target dates require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F-011 DEF-03 Not verified: Collect policy overrides/exemptions and require justification, compensating controls, owner, expiry and revalidation. F-012 DEF-04 Not verified: Collect exports/automation and demonstrate a protected alert-to-case workflow with triage evidence. F-013 DEF-06 Not verified: Assign owners/dates, review risk and trend, and test response/change monitoring. F-014 FD-03 Not verified: Collect origins and effective RBAC; verify original host forwarding and cookie/redirect behavior for intended domains. F-015 FND-03 Not verified: Obtain signed critical-flow targets and accepted risks before selecting redundancy or recovery tiers. F-016 FND-04 Not verified: Supply dated Threat model, risk register, remediation backlog; validate the complete control with its accountable owner. F-017 FND-05 Not verified: Approve a data inventory and map protection and recovery requirements to every store and log. F-018 FND-07 Not verified: Export effective inherited RBAC and tenant controls; review standing access and exercise the emergency-access path. Owners and target dates require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F-019 FND-08 Not verified: Review effective permissions and custom-role actions against a segregation-of-duties matrix. F-020 FND-09 Not verified: Export policy assignments, compliance and exemptions and review time-bounded exceptions. F-021 FND-11 Not verified: Collect effective inherited locks, confirm critical stateful resources, and test the documented authorized break-glass recovery path. F-022 MAN-01 Not verified: Supply dated Approved business impact analysis, SLO document, dependency map, risk acceptance; validate the complete control with its accountable owner. F-023 MAN-04 Not verified: Supply dated Identity/RBAC exports, PIM settings, access-review records; validate the complete control with its accountable owner. F-024 MAN-05 Not verified: Supply dated SBOM, scan reports, patch SLA, CI/CD configuration; validate the complete control with its accountable owner. F-025 MAN-06 Not verified: Supply dated Rotation policy, expiry alerts, change records, successful test; validate the complete control with its accountable owner. F-026 MAN-08 Not verified: Supply dated Repository, pull requests, pipeline runs, drift reports; validate the complete control with its accountable owner. Owners and target dates require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F-027 MAN-09 Not verified: Supply dated Alert tests, dashboards, runbooks, on-call rota, postmortems; validate the complete control with its accountable owner. F-028 MAN-12 Not verified: Supply dated Governance policy, access review, privacy assessment, delivery reports; validate the complete control with its accountable owner. F-029 MON-01 Not verified: Review workspace/resource inherited RBAC, ingestion authentication and least-privilege query/export access. F-030 MON-04 Not verified: Provide availability-test configurations, action groups and dated multi-location failure notification evidence. F-031 NET-02 Not verified: Test each dependency from the app, build agents, peered networks and on-premises paths where applicable; retain resolved addresses and route evidence. F-032 OPS-02 Not verified: Supply dated Repository, pull requests, pipeline and drift reports; validate the complete control with its accountable owner. F-033 OPS-03 Not verified: Supply dated CI/CD definitions, release records, signed/versioned artifacts; validate the complete control with its accountable owner. F-034 OPS-05 Not verified: Supply dated Migration plan, deployment tests, rollback evidence; validate the complete control with its accountable owner. Owners and target dates require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F-035 OPS-08 Not verified: Collect sanitized traces, deployment markers, availability tests and SLO symptom dashboards. F-036 OPS-09 Not verified: Supply dated Alert rules, action groups, runbooks, test records; validate the complete control with its accountable owner. F-037 OPS-10 Not verified: Supply dated Runbooks and exercise records; validate the complete control with its accountable owner. F-038 OPS-11 Not verified: Supply dated Incident plan, on-call rota, postmortems; validate the complete control with its accountable owner. F-039 OPS-12 Not verified: Supply dated Test suites, pipeline results, release gates; validate the complete control with its accountable owner. F-040 OPS-13 Not verified: Inventory runtime and package versions, support dates, certificates and secrets; establish owned lifecycle alerts and patch evidence. F-041 OPS-14 Not verified: Supply dated Governance policy, staging test, release record; validate the complete control with its accountable owner. F-042 PRF-07 Not verified: Collect full route/rule cache settings and test cookies, query keys, TTLs, purge and exclusion of private/admin responses before enabling caching. Owners and target dates require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F-043 PRF-09 Not verified: Inspect the active cache plugin and database settings; run bounded-retry, eviction, cache-miss and cache-loss tests. F-044 RDS-03 Not verified: Collect database access configuration and perform an authorized unauthenticated-negative test; require authentication without exposing credentials. F-045 REL-03 Not verified: Confirm production status and targets; if required, validate regional support and test at least two workers with suitable zone/capacity headroom. F-046 REL-05 Not verified: Review uploads/session paths and run scale-out, worker replacement and cache-loss tests before claiming statelessness. F-047 REL-08 Not verified: Confirm the stopped state is intentional and obtain recovery targets; then evaluate HA/geo-recovery and retention against them without starting resources in this review. F-048 REL-09 Not verified: Collect native database backup metadata through an authorized operating window and document a consistent database/media/configuration/identity/edge recovery set. F-049 REL-11 Not verified: Compare LRS with approved recovery targets; evaluate ZRS/geo-redundancy only where required and supported. F-050 REL-14 Not verified: Decide regional recovery from business targets and test state consistency before adding any secondary region. Owners and target dates require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F-051 REL-15 Not verified: Supply dated Application configuration, fault-injection tests, traces; validate the complete control with its accountable owner. F-052 REL-17 Not verified: Demonstrate critical-flow and dependency availability tests, owned SLO alerts and post-incident follow-up. F-053 SEC-01 Not verified: Supply dated Baseline, policy assignments, Defender compliance; validate the complete control with its accountable owner. F-054 SEC-02 Not verified: Supply dated SBOM, scan results, patch records, CI/CD gates; validate the complete control with its accountable owner. F-055 SEC-03 Not verified: Verify effective data-plane permissions, secret-store/reference resolution and actual managed-identity use for each supported dependency. F-056 SEC-04 Not verified: Collect Entra server administrators and MySQL grants; test the dedicated identity and credential/identity rotation where applicable. F-057 SEC-05 Not verified: Export FTP/SCM basicPublishingCredentialsPolicies and document required deployment paths; verify separate administrative access and disable unused credentials/endpoints. F-058 SEC-06 Not verified: Inventory actual site-container images and PHP/WordPress versions, verify support lifecycle and end-to-end TLS capability, and test TLS behavior. Owners and target dates require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F-059 SEC-10 Not verified: Review WordPress and edge administrator protections; test login throttling, authorization, MFA and legitimate admin-ajax paths. F-060 SEC-11 Not verified: Document allowed egress and test effective paths; evaluate route-all/firewall enforcement only after validating platform and external dependencies. F-061 SEC-14 Not verified: Recollect metadata from an approved private-network runner, triage the expiration recommendation, and verify inventory, owners, alerts and safe emergency rotation without exporting values. F-062 SEC-16 Not verified: Collect MySQL transport parameters and Redis database settings; validate encryption and certificate handling end to end, with CMK only where justified. F-063 SEC-18 Not verified: Inspect effective WordPress configuration and test phpMyAdmin/admin/XML-RPC routes; disable unnecessary interfaces and dashboard editing, and verify debug policy for the confirmed environment. F-064 SEC-20 Not verified: Obtain a dated WordPress user/role and administrator audit; verify individual accounts, least privilege, strong authentication and activity logging. F-065 SEC-21 Not verified: Verify actual protected-resource coverage, alert routing and ownership, then exercise triage without changing plan subscriptions in this review. F-066 SEC-22 Not verified: Collect child-resource audit diagnostics and effective workspace access; inspect a sanitized log sample and test secret/PII exclusion. Owners and target dates require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F-067 SEC-23 Not verified: Supply dated Security test results, WAF logs, incident exercise; validate the complete control with its accountable owner. F-068 SEC-24 Not verified: Review effective wp-config and filesystem permissions without disclosing secrets; validate unique secret material and any multisite mapping. F-069 SQL-01 Not verified: Review actual database grants and separate migration, application, reporting and administration identities. F-070 SQL-04 Not verified: Collect GIPK configuration and inspect all InnoDB primary keys; confirm supported HA/replica/log feature expectations for the selected tier. F-003 REL-04 Fail: Enable Always On; implement a fast dependency-aware Health Check and tested auto-heal rules; review Resiliency Score and exercise unhealthy-worker removal. F-004 SEC-08 Fail: Evaluate Premium for managed/bot protection, add narrowly scoped login/abuse rate limits, document exclusions, and regression-test before enforcement. F-071 MAN-02 Not verified: Supply dated Measured RTO/RPO report, defects, owners, remediation evidence; validate the complete control with its accountable owner. F-072 MAN-03 Not verified: Supply dated Game-day/fault-injection records and updated runbooks; validate the complete control with its accountable owner. Owners and target dates require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F-073 MAN-07 Not verified: Supply dated Negative tests, WAF logs, incident/tabletop evidence; validate the complete control with its accountable owner. F-074 MAN-10 Not verified: Supply dated Versioned test scripts, reports, baselines, capacity conclusions; validate the complete control with its accountable owner. F-075 PRF-06 Not verified: Supply dated Versioned test scripts, reports, remediation backlog; validate the complete control with its accountable owner. F-076 REL-10 Not verified: Restore an isolated full workload, measure achieved RTO/RPO, and record cache-loss, slot rollback and required regional recovery defects. F-077 SQL-02 Fail: Agree a suitable maintenance window, configure it through approved change control and test application reconnection during maintenance/failover. F-078 REL-13 Fail: Implement a lightweight uncached health endpoint, then validate probe behavior, origin priorities/weights and failure recovery. F-079 SEC-13 Fail: Derive required flows, implement narrow ingress/egress rules and validate effective behavior, including private-endpoint policy handling, without blocking Azure dependencies. F-080 CST-01 Not verified: Provide the dated evidence requested in the CST-01, CST-02, CST-03, CST-04, CST-05, CST-06, CST-07, CST-08, CST-09, CST-10, CST-11, CST-12, CST-13, CST-14, NET-06, ACS-05, DEF-05, MAN-11 assessment rows, assign the cost owner, and reassess without treating missing evidence as absence. Owners and target dates require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F-081 FND-01 Not verified: Provide the dated evidence requested in the FND-01, FND-02, FND-06, FND-10, FND-13 assessment rows, assign the foundations owner, and reassess without treating missing evidence as absence. F-082 OPS-01 Not verified: Provide the dated evidence requested in the OPS-01, OPS-04, OPS-06, OPS-07, OPS-15, OPS-16, OPS-17, APP-02, NET-07, MON-05, MON-06, MON-07 assessment rows, assign the operations owner, and reassess without treating missing evidence as absence. F-083 PRF-01 Not verified: Provide the dated evidence requested in the PRF-01, PRF-02, PRF-03, PRF-04, PRF-05, PRF-08, PRF-10, PRF-11, PRF-12, PRF-13, PRF-14, PRF-15, RDS-02, NET-05 assessment rows, assign the performance owner, and reassess without treating missing evidence as absence. F-084 REL-01 Not verified: Provide the dated evidence requested in the REL-01, REL-02, REL-06, REL-07, REL-16, SQL-03, NET-01 assessment rows, assign the reliability owner, and reassess without treating missing evidence as absence. F-085 SEC-19 Not verified: Provide the dated evidence requested in the SEC-19, KV-01, KV-02, FD-02, NET-04, MON-02, MON-03 assessment rows, assign the security owner, and reassess without treating missing evidence as absence. F-086 FND-12 Fail: Apply and enforce owner, workload, environment, cost-center and lifecycle tags; reconcile untaggable shared-resource costs. Owners and target dates require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MAN-01: Approved business impact analysis, SLO document, dependency map, risk acceptance. MAN-02: Measured RTO/RPO report, defects, owners, remediation evidence. MAN-03: Game-day/fault-injection records and updated runbooks. MAN-04: Identity/RBAC exports, PIM settings, access-review records. MAN-05: SBOM, scan reports, patch SLA, CI/CD configuration. MAN-06: Rotation policy, expiry alerts, change records, successful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MAN-07: Negative tests, WAF logs, incident/tabletop evidence. MAN-08: Repository, pull requests, pipeline runs, drift reports. MAN-09: Alert tests, dashboards, runbooks, on-call rota, postmortems. MAN-10: Versioned test scripts, reports, baselines, capacity conclusions. MAN-11: Cost exports, budget alerts, monthly reviews, utilization reports. MAN-12: Governance policy, access review, privacy assessment, delivery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keys: ERROR: (Forbidden) Connection is not an approved private link and caller was ignored because bypass is not set to 'AzureServices' and PublicNetworkAccess is set to 'Disabled'. &lt;br&gt;&lt;br&gt;Vault: kv-wordp-dev-bzrupj5rt6;location=southafricanorth&lt;br&gt;Code: Forbidden&lt;br&gt;Message: Connection is not an approved private link and caller was ignored because bypass is not set to 'AzureServices' and PublicNetworkAccess is set to 'Disabled'. &lt;br&gt;&lt;br&gt;Vault: kv-wordp-dev-bzrupj5rt6;location=southafricanorth&lt;br&gt;Inner error: {&lt;br&gt; "code": "ForbiddenByConnection"&lt;br&gt;} Controls: SEC-14, SEC-24 secrets: ERROR: (Forbidden) Connection is not an approved private link and caller was ignored because bypass is not set to 'AzureServices' and PublicNetworkAccess is set to 'Disabled'. &lt;br&gt;&lt;br&gt;Vault: kv-wordp-dev-bzrupj5rt6;location=southafricanorth&lt;br&gt;Code: Forbidden&lt;br&gt;Message: Connection is not an approved private link and caller was ignored because bypass is not set to 'AzureServices' and PublicNetworkAccess is set to 'Disabled'. &lt;br&gt;&lt;br&gt;Vault: kv-wordp-dev-bzrupj5rt6;location=southafricanorth&lt;br&gt;Inner error: {&lt;br&gt; "code": "ForbiddenByConnection"&lt;br&gt;} Controls: SEC-14, SEC-24 certificates: ERROR: (Forbidden) Connection is not an approved private link and caller was ignored because bypass is not set to 'AzureServices' and PublicNetworkAccess is set to 'Disabled'. &lt;br&gt;&lt;br&gt;Vault: kv-wordp-dev-bzrupj5rt6;location=southafricanorth&lt;br&gt;Code: Forbidden&lt;br&gt;Message: Connection is not an approved private link and caller was ignored because bypass is not set to 'AzureServices' and PublicNetworkAccess is set to 'Disabled'. &lt;br&gt;&lt;br&gt;Vault: kv-wordp-dev-bzrupj5rt6;location=southafricanorth&lt;br&gt;Inner error: {&lt;br&gt; "code": "ForbiddenByConnection"&lt;br&gt;} Controls: SEC-14, OPS-13 diagnosticSettings: ERROR: (ResourceTypeNotSupported) The resource type 'microsoft.network/frontdoorwebapplicationfirewallpolicies' does not support diagnostic settings.&lt;br&gt;Code: ResourceTypeNotSupported&lt;br&gt;Message: The resource type 'microsoft.network/frontdoorwebapplicationfirewallpolicies' does not support diagnostic settings. Controls: OPS-07, SEC-22 (profile logging is collected independently) databases: ERROR: (ServerUnavailableForOperation) Operation 'GetDatabases' cannot be performed as server 'wordpress-example-dev-mysql-swpsfsjvczhhe' is currently in state 'Stopped'.&lt;br&gt;Code: ServerUnavailableForOperation&lt;br&gt;Message: Operation 'GetDatabases' cannot be performed as server 'wordpress-example-dev-mysql-swpsfsjvczhhe' is currently in state 'Stopped'. Controls: SEC-04, SQL-01, SQL-04 firewallRules: ERROR: Firewall rule operations cannot be requested for a private access enabled server. Controls: No dependent full control decided from this call; SEC-12 uses successful service show/private-endpoint configuration, not firewall enumeration.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configurations: ERROR: (ServerUnavailableForOperation) Operation 'GetServerParameters' cannot be performed as server 'wordpress-example-dev-mysql-swpsfsjvczhhe' is currently in state 'Stopped'.&lt;br&gt;Code: ServerUnavailableForOperation&lt;br&gt;Message: Operation 'GetServerParameters' cannot be performed as server 'wordpress-example-dev-mysql-swpsfsjvczhhe' is currently in state 'Stopped'. Controls: SEC-04, SEC-16, SQL-04, PRF-12 backups: ERROR: (ServerNotExist) The server 'wordpress-example-dev-mysql-swpsfsjvczhhe' does not exist or in unexpected status.&lt;br&gt;Code: ServerNotExist&lt;br&gt;Message: The server 'wordpress-example-dev-mysql-swpsfsjvczhhe' does not exist or in unexpected status. Controls: REL-09, REL-10 managementPolicy: ERROR: (ManagementPolicyNotFound) No ManagementPolicy found for account wordpressexswpsfsjvczhhe&lt;br&gt;Code: ManagementPolicyNotFound&lt;br&gt;Message: No ManagementPolicy found for account wordpressexswpsfsjvczhhe Controls: CST-07 apps: ERROR: 'list-apps' is misspelled or not recognized by the system.&lt;br&gt;&lt;br&gt;https://aka.ms/cli_ref&lt;br&gt;Read more about the command in reference docs Controls: CST-11, APP-02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Approve environment classification, critical flows, SLO/RTO/RPO, data classification and accepted risks Workload and business owners (proposed) Within 7 days; agreement required 2 Triage the four confirmed high findings and assign change owners Security and platform owners (proposed) Within 7 days; agreement required 3 Repair collection using supported commands and an approved private-network runner; recollect database metadata in an authorized operating window Platform and database owners (proposed) Within 14 days; agreement required 4 Exercise restore, WAF/origin/admin protection, private DNS and load behavior; provide budgets and utilization evidence Operations, application, security and FinOps owners (proposed) Plan within 30 days; agreement required 5 Reassess the same control IDs from fresh evidence and record approved exceptions Workload owner and independent reviewer (proposed) After remediation and manual evidence completion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WordPress on Azure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Well-Architected review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group: ahms-wg-dev-rg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Subscription: 5e8eb071-5103-4178-b2bc-417cf42def4d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Unknown / not independently confirmed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collected: 2026-09-28T11:25:07.9348266Z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Reviewer: GitHub Copilot · Checklist: 157 enumerated controls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5166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score · 9% coverage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640080" y="58704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configuration review; manual validation remains outstanding.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Overall posture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325880"/>
            <a:ext cx="2606040" cy="1115568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38988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31520" y="20116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74136" y="1325880"/>
            <a:ext cx="2606040" cy="1115568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11296" y="138988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3511296" y="20116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coverage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53912" y="1325880"/>
            <a:ext cx="2606040" cy="1115568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91072" y="138988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6291072" y="20116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critical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933688" y="1325880"/>
            <a:ext cx="2606040" cy="1115568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70848" y="138988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9070848" y="20116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high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94360" y="2715768"/>
            <a:ext cx="2606040" cy="457200"/>
          </a:xfrm>
          <a:prstGeom prst="rect">
            <a:avLst/>
          </a:prstGeom>
          <a:solidFill>
            <a:srgbClr val="2E7D32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28072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Pass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374136" y="2715768"/>
            <a:ext cx="2606040" cy="457200"/>
          </a:xfrm>
          <a:prstGeom prst="rect">
            <a:avLst/>
          </a:prstGeom>
          <a:solidFill>
            <a:srgbClr val="C62828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511296" y="28072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Fail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153912" y="2715768"/>
            <a:ext cx="2606040" cy="457200"/>
          </a:xfrm>
          <a:prstGeom prst="rect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91072" y="28072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N/A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933688" y="2715768"/>
            <a:ext cx="2606040" cy="45720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070848" y="28072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Not verified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94360" y="3520440"/>
            <a:ext cx="1097280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configuration restricts the origin to the intended Front Door profile, disables public access to four key dependencies, and protects storage against anonymous/shared-key access and short-term deletion. The largest confirmed security gap is WAF Detection with no configured managed or custom rules; worker-health settings and vault purge protection also need attention. No SLO/RTO/RPO, data classification or authoritative environment classification was supplied, so operational suitability is not established: n/a headline score at 9% coverage is a…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594360" y="52578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high-impact verification findings are not confirmed failures.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594360" y="57790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headline score: three pillars have no decided controls.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Pillar scorecard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7280" y="5120640"/>
            <a:ext cx="10241280" cy="7315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50109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4425696"/>
            <a:ext cx="10241280" cy="7315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43159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3730752"/>
            <a:ext cx="10241280" cy="7315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62102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97280" y="3035808"/>
            <a:ext cx="10241280" cy="7315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9260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" y="2340864"/>
            <a:ext cx="10241280" cy="7315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23113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97280" y="1645920"/>
            <a:ext cx="10241280" cy="7315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15361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53312" y="47823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956816" y="4842662"/>
            <a:ext cx="420624" cy="277978"/>
          </a:xfrm>
          <a:prstGeom prst="rect">
            <a:avLst/>
          </a:prstGeom>
          <a:solidFill>
            <a:srgbClr val="CADC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47088" y="450433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5303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27248" y="3973982"/>
            <a:ext cx="420624" cy="1146658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363565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21024" y="4495190"/>
            <a:ext cx="420624" cy="625450"/>
          </a:xfrm>
          <a:prstGeom prst="rect">
            <a:avLst/>
          </a:prstGeom>
          <a:solidFill>
            <a:srgbClr val="CADC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11296" y="415686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52928" y="5303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91456" y="3626510"/>
            <a:ext cx="420624" cy="149413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328818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285232" y="4112971"/>
            <a:ext cx="420624" cy="1007669"/>
          </a:xfrm>
          <a:prstGeom prst="rect">
            <a:avLst/>
          </a:prstGeom>
          <a:solidFill>
            <a:srgbClr val="CADC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75504" y="3774643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17136" y="5303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45936" y="47823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39712" y="47823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81344" y="5303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10144" y="47823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03920" y="47823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845552" y="5303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674352" y="47823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168128" y="47823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09760" y="5303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931920" y="5687568"/>
            <a:ext cx="219456" cy="164592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42816" y="56418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%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26480" y="5687568"/>
            <a:ext cx="219456" cy="164592"/>
          </a:xfrm>
          <a:prstGeom prst="rect">
            <a:avLst/>
          </a:prstGeom>
          <a:solidFill>
            <a:srgbClr val="CADC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37376" y="5641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%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means no decided controls, not a zero score. Resource-specific and manual controls are separate.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disposition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94360" y="1325880"/>
          <a:ext cx="832104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9144000" y="1417320"/>
            <a:ext cx="2377440" cy="438912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72600" y="1783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9372600" y="2560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assessed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372600" y="3520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not verified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372600" y="45720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evidence lowers coverage, not the score.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157 current checklist IDs are assessed, including Key Vault and Front Door supplementary controls.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Foundations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170432"/>
            <a:ext cx="10972800" cy="530352"/>
          </a:xfrm>
          <a:prstGeom prst="rect">
            <a:avLst/>
          </a:prstGeom>
          <a:solidFill>
            <a:srgbClr val="C62828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29844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score · 8% coverage · 🔴 Red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1993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shows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355080" y="19933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gaps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94360" y="26060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controls in this pillar were proven to pass.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355080" y="2542032"/>
            <a:ext cx="64008" cy="822960"/>
          </a:xfrm>
          <a:prstGeom prst="rect">
            <a:avLst/>
          </a:prstGeom>
          <a:solidFill>
            <a:srgbClr val="C62828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65392" y="2542032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FND-12 · Sev 2 — The resource group has no tags; the storage account tags contain workload/environment labels but no owner, cost-center, or lifecycle information. Allocation and…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9436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controls not decided by collected evidence · 0 Pass / 1 Fail / 0 N/A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Reliability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170432"/>
            <a:ext cx="10972800" cy="530352"/>
          </a:xfrm>
          <a:prstGeom prst="rect">
            <a:avLst/>
          </a:prstGeom>
          <a:solidFill>
            <a:srgbClr val="C62828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29844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score · 18% coverage · 🔴 Red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1993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shows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355080" y="19933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gaps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594360" y="2542032"/>
            <a:ext cx="64008" cy="603504"/>
          </a:xfrm>
          <a:prstGeom prst="rect">
            <a:avLst/>
          </a:prstGeom>
          <a:solidFill>
            <a:srgbClr val="2E7D32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542032"/>
            <a:ext cx="4773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REL-12 — Blob and container soft delete are both enabled for seven days, providing an explicit deletion-protection mechanism. Versioning and point-in-time…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355080" y="2542032"/>
            <a:ext cx="64008" cy="822960"/>
          </a:xfrm>
          <a:prstGeom prst="rect">
            <a:avLst/>
          </a:prstGeom>
          <a:solidFill>
            <a:srgbClr val="C62828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65392" y="2542032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REL-04 · Sev 4 — Always On is explicitly disabled, Health Check has no path, and auto-heal is disabled. Slow starts and unhealthy workers have no configured checks of this kind.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355080" y="3547872"/>
            <a:ext cx="64008" cy="822960"/>
          </a:xfrm>
          <a:prstGeom prst="rect">
            <a:avLst/>
          </a:prstGeom>
          <a:solidFill>
            <a:srgbClr val="C62828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65392" y="3547872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REL-13 · Sev 3 — The origin group probes the root page with HTTPS GET every 100 seconds rather than a dedicated dependency-aware health endpoint. A responding homepage can conceal…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9436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controls not decided by collected evidence · 1 Pass / 2 Fail / 0 N/A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Security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170432"/>
            <a:ext cx="10972800" cy="530352"/>
          </a:xfrm>
          <a:prstGeom prst="rect">
            <a:avLst/>
          </a:prstGeom>
          <a:solidFill>
            <a:srgbClr val="C62828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29844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score · 29% coverage · 🔴 Red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1993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shows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355080" y="19933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gaps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594360" y="2542032"/>
            <a:ext cx="64008" cy="603504"/>
          </a:xfrm>
          <a:prstGeom prst="rect">
            <a:avLst/>
          </a:prstGeom>
          <a:solidFill>
            <a:srgbClr val="2E7D32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542032"/>
            <a:ext cx="4773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SEC-09 — The allowed Front Door service tag is combined with a header matching this exact profile, and default ingress is Deny. This meets the control-plane…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94360" y="3328416"/>
            <a:ext cx="64008" cy="603504"/>
          </a:xfrm>
          <a:prstGeom prst="rect">
            <a:avLst/>
          </a:prstGeom>
          <a:solidFill>
            <a:srgbClr val="2E7D32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" y="3328416"/>
            <a:ext cx="4773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SEC-12 — MySQL, Blob Storage, Key Vault and Redis all disable public access and have approved private-endpoint connections. Four corresponding private DNS…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94360" y="4114800"/>
            <a:ext cx="64008" cy="603504"/>
          </a:xfrm>
          <a:prstGeom prst="rect">
            <a:avLst/>
          </a:prstGeom>
          <a:solidFill>
            <a:srgbClr val="2E7D32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4672" y="4114800"/>
            <a:ext cx="4773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SEC-17 — Anonymous Blob and shared-key access are disabled. The app enables Blob managed identity and the collected service principal has a scoped Blob data…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355080" y="2542032"/>
            <a:ext cx="64008" cy="822960"/>
          </a:xfrm>
          <a:prstGeom prst="rect">
            <a:avLst/>
          </a:prstGeom>
          <a:solidFill>
            <a:srgbClr val="C62828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65392" y="2542032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SEC-07 · Sev 4 — The associated WAF policy is enabled but in Detection mode. It does not enforce blocking, even though App Service admits only the intended Front Door profile.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355080" y="3547872"/>
            <a:ext cx="64008" cy="822960"/>
          </a:xfrm>
          <a:prstGeom prst="rect">
            <a:avLst/>
          </a:prstGeom>
          <a:solidFill>
            <a:srgbClr val="C62828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65392" y="3547872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SEC-08 · Sev 4 — The successful policy payload contains neither managed rule sets nor custom rules, so no targeted WAF rate-limit rules are configured. The current Standard tier…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355080" y="4553712"/>
            <a:ext cx="64008" cy="822960"/>
          </a:xfrm>
          <a:prstGeom prst="rect">
            <a:avLst/>
          </a:prstGeom>
          <a:solidFill>
            <a:srgbClr val="C62828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65392" y="4553712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SEC-15 · Sev 4 — Purge protection is not enabled in the returned vault configuration and the workload-specific Advisor finding independently flags deletion protection. Soft delete…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9436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controls not decided by collected evidence · 3 Pass / 4 Fail / 0 N/A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Cost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170432"/>
            <a:ext cx="10972800" cy="530352"/>
          </a:xfrm>
          <a:prstGeom prst="rect">
            <a:avLst/>
          </a:prstGeom>
          <a:solidFill>
            <a:srgbClr val="E8A33D"/>
          </a:solidFill>
          <a:ln w="6350">
            <a:solidFill>
              <a:srgbClr val="E8A3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29844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score · 0% coverage · 🟡 Amber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1993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shows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355080" y="19933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gaps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94360" y="26060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controls in this pillar were proven to pass.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355080" y="260604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confirmed failures. Unverified controls still require evidence.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9436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controls not decided by collected evidence · 0 Pass / 0 Fail / 0 N/A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Operations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170432"/>
            <a:ext cx="10972800" cy="530352"/>
          </a:xfrm>
          <a:prstGeom prst="rect">
            <a:avLst/>
          </a:prstGeom>
          <a:solidFill>
            <a:srgbClr val="E8A33D"/>
          </a:solidFill>
          <a:ln w="6350">
            <a:solidFill>
              <a:srgbClr val="E8A3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29844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score · 0% coverage · 🟡 Amber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1993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shows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355080" y="19933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gaps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94360" y="26060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controls in this pillar were proven to pass.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355080" y="260604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confirmed failures. Unverified controls still require evidence.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9436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controls not decided by collected evidence · 0 Pass / 0 Fail / 0 N/A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170432"/>
            <a:ext cx="10972800" cy="530352"/>
          </a:xfrm>
          <a:prstGeom prst="rect">
            <a:avLst/>
          </a:prstGeom>
          <a:solidFill>
            <a:srgbClr val="E8A33D"/>
          </a:solidFill>
          <a:ln w="6350">
            <a:solidFill>
              <a:srgbClr val="E8A3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29844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score · 0% coverage · 🟡 Amber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1993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shows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355080" y="19933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gaps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94360" y="26060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controls in this pillar were proven to pass.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355080" y="260604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confirmed failures. Unverified controls still require evidence.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9436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controls not decided by collected evidence · 0 Pass / 0 Fail / 0 N/A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Resource-specific controls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score · 6% coverage — reported separately from the headline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91640"/>
          <a:ext cx="10972800" cy="9144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89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issue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Flexible 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custom MySQL maintenance window is disabled. The control…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Vault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Door and WAF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59618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where all controls are N/A are omitted; all decisions remain in the detailed audit register.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Resource-specific controls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score · 6% coverage — reported separately from the headline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91640"/>
          <a:ext cx="10972800" cy="9144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89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issue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 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Defender and Policy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59618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where all controls are N/A are omitted; all decisions remain in the detailed audit register.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Findings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94360" y="1463040"/>
          <a:ext cx="48463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06440" y="1463040"/>
            <a:ext cx="2788920" cy="1901952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61888" y="162763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now · 68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961888" y="214884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SEC-15, SEC-07, ACS-01, ACS-02, ACS-03, ACS-04, DEF-01, DEF-02 +60 more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732520" y="1463040"/>
            <a:ext cx="2788920" cy="1901952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62763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· 8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887968" y="214884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REL-04, SEC-08, MAN-02, MAN-03, MAN-07, MAN-10, PRF-06, REL-10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806440" y="3566160"/>
            <a:ext cx="2788920" cy="1901952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61888" y="373075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· 9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5961888" y="425196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SQL-02, REL-13, SEC-13, CST-01, FND-01, OPS-01, PRF-01, REL-01 +1 more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732520" y="3566160"/>
            <a:ext cx="2788920" cy="1901952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87968" y="373075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· 1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8887968" y="425196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FND-12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94360" y="5971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CSV findings. Includes confirmed failures and explicitly labelled verification work.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and high findings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234440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234440"/>
            <a:ext cx="54864" cy="1097280"/>
          </a:xfrm>
          <a:prstGeom prst="rect">
            <a:avLst/>
          </a:prstGeom>
          <a:solidFill>
            <a:srgbClr val="C62828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3167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F-001 · SEC-15 · Fail — Vault purge protection not enabled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" y="15453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 protection is not enabled in the returned vault configuration and the workload-specific Advisor finding independently flags deletion…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5528" y="17830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Deletion can become unrecoverable despite seven-day soft delete.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" y="203911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Validate the retention choice and enable purge protection through approved change control; review effective RBAC and test recovery…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400032" y="1362456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00032" y="16642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2 · Cost 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400032" y="2029968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94360" y="2450592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4360" y="2450592"/>
            <a:ext cx="54864" cy="1097280"/>
          </a:xfrm>
          <a:prstGeom prst="rect">
            <a:avLst/>
          </a:prstGeom>
          <a:solidFill>
            <a:srgbClr val="C62828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95528" y="25328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F-002 · SEC-07 · Fail — WAF remains in Detection mode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95528" y="27614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associated WAF policy is enabled but in Detection mode. It does not enforce blocking, even though App Service admits only the intended…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795528" y="2999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Threats are logged rather than blocked at the edge.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95528" y="32552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Tune the policy and test legitimate traffic, then move to Prevention and verify enforcement for every intended domain/route.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9400032" y="25786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9400032" y="28803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3 · Cost 1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9400032" y="3246120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94360" y="3666744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94360" y="3666744"/>
            <a:ext cx="54864" cy="1097280"/>
          </a:xfrm>
          <a:prstGeom prst="rect">
            <a:avLst/>
          </a:prstGeom>
          <a:solidFill>
            <a:srgbClr val="C62828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95528" y="3749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F-003 · REL-04 · Fail — Always On, Health Check and auto-heal not configured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795528" y="39776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 is explicitly disabled, Health Check has no path, and auto-heal is disabled. Slow starts and unhealthy workers have no…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795528" y="42153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Cold starts and unhealthy-worker behavior lack these configured safeguards.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795528" y="44714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Enable Always On; implement a fast dependency-aware Health Check and tested auto-heal rules; review Resiliency Score and exercise…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9400032" y="37947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3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9400032" y="40965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2 · Cost 1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9400032" y="4462272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594360" y="4882896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594360" y="4882896"/>
            <a:ext cx="54864" cy="1097280"/>
          </a:xfrm>
          <a:prstGeom prst="rect">
            <a:avLst/>
          </a:prstGeom>
          <a:solidFill>
            <a:srgbClr val="C62828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95528" y="49651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F-004 · SEC-08 · Fail — Managed WAF rules and targeted rate limits not configured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795528" y="51937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successful policy payload contains neither managed rule sets nor custom rules, so no targeted WAF rate-limit rules are configured. The…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795528" y="54315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The current policy has no configured managed attack/rate-limiting rule set.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795528" y="56875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Evaluate Premium for managed/bot protection, add narrowly scoped login/abuse rate limits, document exclusions, and regression-test…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9400032" y="50109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3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9400032" y="531266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3 · Cost 3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9400032" y="5678424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and high findings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234440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234440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3167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F-005 · ACS-01 · Not verified — Not verified: Prefer managed identity/Microsoft Entra for…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" y="15453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managed identity is enabled in the app; the effective sending path, remaining key use and rotation behavior are not verified.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5528" y="17830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" y="203911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Test supported managed-identity sends and inventory remaining secret usage/rotation without disclosing values.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400032" y="1362456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00032" y="16642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400032" y="2029968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" y="2450592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2450592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" y="25328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F-006 · ACS-02 · Not verified — Not verified: Apply least-privilege RBAC and separate the…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5528" y="27614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scoped custom email role is assigned, but its actions/dataActions and inherited permissions are not collected. A custom role name is not…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95528" y="2999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95528" y="32552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Export the custom-role definition and effective roles; separate sending permissions from administration and test the minimum grant.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400032" y="25786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400032" y="28803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400032" y="3246120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94360" y="3666744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" y="3666744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95528" y="3749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F-007 · ACS-03 · Not verified — Not verified: Validate data residency/privacy requirements and…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95528" y="39776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resource data location is africa; classification, consent obligations and retained message/log fields are not supplied.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95528" y="42153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95528" y="44714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Review residency/consent and minimize stored message content and metadata against the approved data classification.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400032" y="37947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400032" y="40965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400032" y="4462272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94360" y="4882896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4882896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95528" y="49651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F-008 · ACS-04 · Not verified — Not verified: Handle throttling and transient errors with…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95528" y="51937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linked domain does not demonstrate retry/idempotency/callback/dead-letter behavior.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95528" y="54315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95528" y="56875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Exercise throttling and transient failures with bounded retries, deduplication, status callbacks and reconciliation.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400032" y="50109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9400032" y="531266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9400032" y="5678424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and high findings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234440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234440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3167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F-009 · DEF-01 · Not verified — Not verified: Verify Foundational CSPM/Defender CSPM state…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" y="15453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FoundationalCspm and CloudPosture pricing entries are Standard. The assessments payload is an embedded JSON string: 7734 records were…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5528" y="17830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" y="203911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Fix typed scoped assessment collection, preserve exact resource matching, and collect MCSB assignment, compliance, secure-score…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400032" y="1362456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00032" y="16642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400032" y="2029968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" y="2450592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2450592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" y="25328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F-010 · DEF-02 · Not verified — Not verified: Confirm each paid Defender plan maps to present…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5528" y="27614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Eighteen subscription pricing entries are Standard, including plans for resource types outside this resource group. Neither waste nor…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95528" y="2999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95528" y="32552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Map paid plans, subplans and extensions to protected subscription resources and intended use cases; do not disable plans based…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400032" y="25786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400032" y="28803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400032" y="3246120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94360" y="3666744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" y="3666744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95528" y="3749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F-011 · DEF-03 · Not verified — Not verified: Review recommendation exemptions for scope…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95528" y="39776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exact-VNet DDoS assessment is NotApplicable with cause OffByPolicy. That is a policy evaluation state, not an approved workload…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95528" y="42153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95528" y="44714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Collect policy overrides/exemptions and require justification, compensating controls, owner, expiry and revalidation.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400032" y="37947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400032" y="40965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400032" y="4462272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94360" y="4882896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4882896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95528" y="49651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F-012 · DEF-04 · Not verified — Not verified: Use continuous export/workflow automation/SIEM…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95528" y="51937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contact settings are present, but continuous export, workflow automation, SIEM data protection and incident routing were not…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95528" y="54315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95528" y="56875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Collect exports/automation and demonstrate a protected alert-to-case workflow with triage evidence.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400032" y="50109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9400032" y="531266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9400032" y="5678424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and high findings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234440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234440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3167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F-013 · DEF-06 · Not verified — Not verified: Set governance rules, owners, and due dates…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" y="15453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workload Security Advisor recommendations exist; no governance owners, due dates, trend review or incident exercise is evidenced.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5528" y="17830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" y="203911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Assign owners/dates, review risk and trend, and test response/change monitoring.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400032" y="1362456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00032" y="16642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400032" y="2029968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" y="2450592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2450592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" y="25328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F-014 · FD-03 · Not verified — Not verified: Preserve the same host name between Front Door…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5528" y="27614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origin host-header settings and inherited Front Door RBAC are not collected. A null direct-assignment list is not proof of…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95528" y="2999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95528" y="32552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Collect origins and effective RBAC; verify original host forwarding and cookie/redirect behavior for intended domains.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400032" y="25786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400032" y="28803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400032" y="3246120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94360" y="3666744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" y="3666744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95528" y="3749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F-015 · FND-03 · Not verified — Not verified: Rate critical flows and define measurable SLOs…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95528" y="39776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stated SLO, SLI, RTO, RPO, availability acceptance, or data-loss tolerance was supplied. Names and tags do not establish business…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95528" y="42153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Resilience and capacity cannot be judged against business needs.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95528" y="44714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Obtain signed critical-flow targets and accepted risks before selecting redundancy or recovery tiers.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400032" y="37947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400032" y="40965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400032" y="4462272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594360" y="4882896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94360" y="4882896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95528" y="49651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F-016 · FND-04 · Not verified — Not verified: Maintain a current threat model for the internet…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795528" y="51937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verified by this collection; configuration alone cannot establish the documented practice or its effectiveness.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795528" y="54315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795528" y="56875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Supply dated Threat model, risk register, remediation backlog; validate the complete control with its accountable owner.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9400032" y="50109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9400032" y="531266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9400032" y="5678424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and high findings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234440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234440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3167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F-017 · FND-05 · Not verified — Not verified: Classify data and map residency, access…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" y="15453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classification, residency obligations, and retention requirements were not supplied.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5528" y="17830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" y="203911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Approve a data inventory and map protection and recovery requirements to every store and log.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400032" y="1362456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00032" y="16642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400032" y="2029968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" y="2450592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2450592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" y="25328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F-018 · FND-07 · Not verified — Not verified: Use least-privilege Azure RBAC, Microsoft Entra…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5528" y="27614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Resource-scope roles are not a complete view of inherited permissions, PIM, MFA, Conditional Access, access reviews, or emergency access.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95528" y="2999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Standing privileged access, MFA/PIM and emergency-access effectiveness are unverified.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95528" y="32552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Export effective inherited RBAC and tenant controls; review standing access and exercise the emergency-access path.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400032" y="25786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400032" y="28803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400032" y="3246120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94360" y="3666744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94360" y="3666744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95528" y="3749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F-019 · FND-08 · Not verified — Not verified: Separate control-plane and data-plane duties…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795528" y="39776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data roles are present; inherited permissions and the Communication Services custom-role definition were not collected.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795528" y="42153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795528" y="44714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Review effective permissions and custom-role actions against a segregation-of-duties matrix.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9400032" y="37947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9400032" y="40965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9400032" y="4462272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594360" y="4882896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94360" y="4882896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95528" y="49651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F-020 · FND-09 · Not verified — Not verified: Apply the current GA Microsoft cloud security…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795528" y="51937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and workload-scoped assessments are available, not the complete current MCSB assignment, compliance results, or exception register.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795528" y="54315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795528" y="56875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Export policy assignments, compliance and exemptions and review time-bounded exceptions.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9400032" y="50109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9400032" y="531266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9400032" y="5678424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and high findings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234440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234440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3167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F-021 · FND-11 · Not verified — No scoped deletion locks returned for stateful resources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" y="15453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scoped list calls return null, compatible with this collector serializing empty lists as null. No scoped locks are…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5528" y="17830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" y="203911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Collect effective inherited locks, confirm critical stateful resources, and test the documented authorized break-glass recovery…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400032" y="1362456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00032" y="16642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400032" y="2029968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" y="2450592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2450592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" y="25328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F-022 · MAN-01 · Not verified — Not verified: Confirm critical flows, dependencies, SLOs/SLIs…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5528" y="27614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verified by this collection; configuration alone cannot establish the documented practice or its effectiveness.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95528" y="2999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95528" y="32552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Supply dated Approved business impact analysis, SLO document, dependency map, risk acceptance; validate the complete control with…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400032" y="25786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400032" y="28803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400032" y="3246120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94360" y="3666744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" y="3666744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95528" y="3749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F-023 · MAN-04 · Not verified — Not verified: Review Entra tenant controls, Azure RBAC…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95528" y="39776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verified by this collection; configuration alone cannot establish the documented practice or its effectiveness.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95528" y="42153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95528" y="44714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Supply dated Identity/RBAC exports, PIM settings, access-review records; validate the complete control with its accountable owner.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400032" y="37947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400032" y="40965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400032" y="4462272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94360" y="4882896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4882896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95528" y="49651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F-024 · MAN-05 · Not verified — Not verified: Verify WordPress core, plugin, theme, package…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95528" y="51937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verified by this collection; configuration alone cannot establish the documented practice or its effectiveness.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95528" y="54315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95528" y="56875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Supply dated SBOM, scan reports, patch SLA, CI/CD configuration; validate the complete control with its accountable owner.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400032" y="50109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9400032" y="531266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9400032" y="5678424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and high findings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234440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234440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3167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F-025 · MAN-06 · Not verified — Not verified: Exercise secret, certificate, key, and credential…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" y="15453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verified by this collection; configuration alone cannot establish the documented practice or its effectiveness.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5528" y="17830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" y="203911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Supply dated Rotation policy, expiry alerts, change records, successful test; validate the complete control with its accountable…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400032" y="1362456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00032" y="16642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400032" y="2029968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" y="2450592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2450592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" y="25328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F-026 · MAN-08 · Not verified — Not verified: Verify IaC, peer review, policy checks, pipeline…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5528" y="27614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verified by this collection; configuration alone cannot establish the documented practice or its effectiveness.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95528" y="2999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95528" y="32552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Supply dated Repository, pull requests, pipeline runs, drift reports; validate the complete control with its accountable owner.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400032" y="25786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400032" y="28803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400032" y="3246120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94360" y="3666744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" y="3666744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95528" y="3749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F-027 · MAN-09 · Not verified — Not verified: Validate alert ownership, SLO/symptom coverage…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95528" y="39776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verified by this collection; configuration alone cannot establish the documented practice or its effectiveness.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95528" y="42153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95528" y="44714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Supply dated Alert tests, dashboards, runbooks, on-call rota, postmortems; validate the complete control with its accountable owner.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400032" y="37947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400032" y="40965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400032" y="4462272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94360" y="4882896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4882896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95528" y="49651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F-028 · MAN-12 · Not verified — Not verified: Confirm WordPress operational governance for…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95528" y="51937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verified by this collection; configuration alone cannot establish the documented practice or its effectiveness.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95528" y="54315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95528" y="56875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Supply dated Governance policy, access review, privacy assessment, delivery reports; validate the complete control with its…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400032" y="50109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9400032" y="531266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9400032" y="5678424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and high findings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234440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234440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3167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F-029 · MON-01 · Not verified — Not verified: Use workspace-based Application Insights…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" y="15453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Insights is workspace-based and resource-context log access is enabled. Effective query/export permissions and ingestion…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5528" y="17830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" y="203911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Review workspace/resource inherited RBAC, ingestion authentication and least-privilege query/export access.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400032" y="1362456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00032" y="16642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400032" y="2029968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" y="2450592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2450592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" y="25328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F-030 · MON-04 · Not verified — Not verified: Create availability tests from multiple relevant…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5528" y="27614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Insights exists but multi-location critical-flow availability tests and notification tests are not collected.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95528" y="2999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95528" y="32552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Provide availability-test configurations, action groups and dated multi-location failure notification evidence.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400032" y="25786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400032" y="28803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400032" y="3246120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94360" y="3666744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" y="3666744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95528" y="3749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F-031 · NET-02 · Not verified — Not verified: Test private DNS resolution and routing from…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95528" y="39776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endpoints and four linked zones are inventoried, but DNS records and client-path DNS/routing tests are not collected.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95528" y="42153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95528" y="44714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Test each dependency from the app, build agents, peered networks and on-premises paths where applicable; retain resolved addresses…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400032" y="37947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400032" y="40965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400032" y="4462272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94360" y="4882896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4882896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95528" y="49651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F-032 · OPS-02 · Not verified — Not verified: Use version-controlled declarative IaC for Azure…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95528" y="51937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verified by this collection; configuration alone cannot establish the documented practice or its effectiveness.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95528" y="54315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95528" y="56875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Supply dated Repository, pull requests, pipeline and drift reports; validate the complete control with its accountable owner.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400032" y="50109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9400032" y="531266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9400032" y="5678424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and high findings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234440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234440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3167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F-033 · OPS-03 · Not verified — Not verified: Drive code, infrastructure, plugin/theme, and…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" y="15453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verified by this collection; configuration alone cannot establish the documented practice or its effectiveness.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5528" y="17830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" y="203911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Supply dated CI/CD definitions, release records, signed/versioned artifacts; validate the complete control with its accountable…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400032" y="1362456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00032" y="16642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400032" y="2029968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" y="2450592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2450592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" y="25328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F-034 · OPS-05 · Not verified — Not verified: Keep database schema changes backward compatible…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5528" y="27614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verified by this collection; configuration alone cannot establish the documented practice or its effectiveness.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95528" y="2999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95528" y="32552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Supply dated Migration plan, deployment tests, rollback evidence; validate the complete control with its accountable owner.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400032" y="25786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400032" y="28803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400032" y="3246120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94360" y="3666744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" y="3666744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95528" y="3749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F-035 · OPS-08 · Not verified — Not verified: Instrument requests, dependencies, exceptions…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95528" y="39776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Insights is workspace-linked and an extension version is configured. This does not establish functioning request/dependency…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95528" y="42153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95528" y="44714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Collect sanitized traces, deployment markers, availability tests and SLO symptom dashboards.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400032" y="37947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400032" y="40965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400032" y="4462272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94360" y="4882896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4882896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95528" y="49651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F-036 · OPS-09 · Not verified — Not verified: Define actionable alerts with owners, severity…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95528" y="51937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verified by this collection; configuration alone cannot establish the documented practice or its effectiveness.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95528" y="54315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95528" y="56875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Supply dated Alert rules, action groups, runbooks, test records; validate the complete control with its accountable owner.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400032" y="50109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9400032" y="531266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9400032" y="5678424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and high findings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234440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234440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3167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F-037 · OPS-10 · Not verified — Not verified: Maintain runbooks for failed deployments, WAF…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" y="15453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verified by this collection; configuration alone cannot establish the documented practice or its effectiveness.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5528" y="17830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" y="203911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Supply dated Runbooks and exercise records; validate the complete control with its accountable owner.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400032" y="1362456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00032" y="16642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400032" y="2029968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" y="2450592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2450592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" y="25328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F-038 · OPS-11 · Not verified — Not verified: Establish a structured incident process for…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5528" y="27614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verified by this collection; configuration alone cannot establish the documented practice or its effectiveness.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95528" y="2999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95528" y="32552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Supply dated Incident plan, on-call rota, postmortems; validate the complete control with its accountable owner.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400032" y="25786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400032" y="28803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400032" y="3246120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94360" y="3666744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" y="3666744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95528" y="3749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F-039 · OPS-12 · Not verified — Not verified: Perform unit, integration, end-to-end, security…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95528" y="39776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verified by this collection; configuration alone cannot establish the documented practice or its effectiveness.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95528" y="42153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95528" y="44714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Supply dated Test suites, pipeline results, release gates; validate the complete control with its accountable owner.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400032" y="37947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400032" y="40965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400032" y="4462272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94360" y="4882896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4882896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95528" y="49651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F-040 · OPS-13 · Not verified — Not verified: Track PHP, WordPress core, plugins, themes…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95528" y="51937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8.4 and a v2 Redis resource are inventoried, but actual PHP/WordPress/plugin/container versions and the lifecycle/expiry register…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95528" y="54315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Actual PHP, WordPress and plugin support/patch status cannot be established.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95528" y="56875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Inventory runtime and package versions, support dates, certificates and secrets; establish owned lifecycle alerts and patch…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400032" y="50109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9400032" y="531266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9400032" y="5678424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and high findings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234440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234440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3167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F-041 · OPS-14 · Not verified — Not verified: Test and govern WordPress automatic updates and…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" y="15453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verified by this collection; configuration alone cannot establish the documented practice or its effectiveness.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5528" y="17830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" y="203911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Supply dated Governance policy, staging test, release record; validate the complete control with its accountable owner.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400032" y="1362456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00032" y="16642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400032" y="2029968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" y="2450592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2450592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" y="25328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F-042 · PRF-07 · Not verified — Not verified: Use Front Door caching only for explicitly…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5528" y="27614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collected route has no cacheConfiguration property or rule-set objects. Missing configuration is not a cache-safety test…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95528" y="2999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95528" y="32552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Collect full route/rule cache settings and test cookies, query keys, TTLs, purge and exclusion of private/admin responses before…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400032" y="25786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400032" y="28803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400032" y="3246120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94360" y="3666744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" y="3666744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95528" y="3749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F-043 · PRF-09 · Not verified — Not verified: Use object and page caching deliberately, with…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95528" y="39776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endpoints are configured, but object/page-cache operation, database policy and reconnect/cache-loss behavior were not collected.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95528" y="42153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95528" y="44714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Inspect the active cache plugin and database settings; run bounded-retry, eviction, cache-miss and cache-loss tests.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400032" y="37947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400032" y="40965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400032" y="4462272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94360" y="4882896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4882896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95528" y="49651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F-044 · RDS-03 · Not verified — Not verified: Keep authentication enabled on every cache; never…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95528" y="51937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Redis database-level authentication/AuthNotRequired setting is included. Password-bearing setting names do not prove the server…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95528" y="54315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Parent cache/network settings do not prove authentication enforcement.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95528" y="56875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Collect database access configuration and perform an authorized unauthenticated-negative test; require authentication without…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400032" y="50109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9400032" y="531266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9400032" y="5678424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and high findings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234440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234440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3167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F-045 · REL-03 · Not verified — Not verified: Run production on at least two App Service…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" y="15453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worker and no zone redundancy are configured; ARR affinity is disabled. The two-worker production requirement cannot be judged without…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5528" y="17830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" y="203911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Confirm production status and targets; if required, validate regional support and test at least two workers with suitable…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400032" y="1362456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00032" y="16642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400032" y="2029968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" y="2450592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2450592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" y="25328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F-046 · REL-05 · Not verified — Not verified: Make WordPress stateless across workers. Put…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5528" y="27614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integration is enabled and a Redis endpoint is configured, but durable filesystem use, sessions, and cache-loss behavior are not…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95528" y="2999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95528" y="32552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Review uploads/session paths and run scale-out, worker replacement and cache-loss tests before claiming statelessness.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400032" y="25786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400032" y="28803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400032" y="3246120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94360" y="3666744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" y="3666744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95528" y="3749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F-047 · REL-08 · Not verified — Not verified: Configure MySQL HA, backup retention, and…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95528" y="39776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and geo-backups are disabled and retention is seven days. The server is Stopped. With no RTO/RPO or operating schedule, suitability and…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95528" y="42153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Operational intent and recovery adequacy are unknown, not a proved live outage.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95528" y="44714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Confirm the stopped state is intentional and obtain recovery targets; then evaluate HA/geo-recovery and retention against them…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400032" y="37947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400032" y="40965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400032" y="4462272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594360" y="4882896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94360" y="4882896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95528" y="49651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F-048 · REL-09 · Not verified — Not verified: Define a consistent recovery set for database…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795528" y="51937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backup enumeration failed; seven-day Blob deletion retention does not prove a time-consistent whole-workload recovery set.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795528" y="54315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795528" y="56875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Collect native database backup metadata through an authorized operating window and document a consistent…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9400032" y="50109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9400032" y="531266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9400032" y="5678424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and high findings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234440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234440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3167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F-049 · REL-11 · Not verified — Not verified: Replicate Blob data with an LRS/ZRS/GRS/GZRS/RA…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" y="15453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uses local redundancy. Without approved durability/regional recovery requirements, LRS is neither automatically compliant nor a…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5528" y="17830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" y="203911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Compare LRS with approved recovery targets; evaluate ZRS/geo-redundancy only where required and supported.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400032" y="1362456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00032" y="16642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400032" y="2029968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" y="2450592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2450592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" y="25328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F-050 · REL-14 · Not verified — Not verified: Evaluate multi-region App Service, MySQL…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5528" y="27614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regional resources are in South Africa North; no approved regional recovery need or failover exercise was supplied.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95528" y="2999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95528" y="32552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Decide regional recovery from business targets and test state consistency before adding any secondary region.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400032" y="25786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400032" y="28803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400032" y="3246120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94360" y="3666744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" y="3666744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95528" y="3749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F-051 · REL-15 · Not verified — Not verified: Implement bounded retries, timeouts, idempotency…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95528" y="39776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verified by this collection; configuration alone cannot establish the documented practice or its effectiveness.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95528" y="42153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95528" y="44714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Supply dated Application configuration, fault-injection tests, traces; validate the complete control with its accountable owner.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400032" y="37947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400032" y="40965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400032" y="4462272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94360" y="4882896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4882896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95528" y="49651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F-052 · REL-17 · Not verified — Not verified: Monitor availability and reliability indicators…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95528" y="51937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Workspace-based telemetry exists, but critical-flow availability tests, SLO dashboards and incident learning records were not collected.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95528" y="54315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95528" y="56875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Demonstrate critical-flow and dependency availability tests, owned SLO alerts and post-incident follow-up.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400032" y="50109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9400032" y="531266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9400032" y="5678424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and high findings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234440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234440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3167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F-053 · SEC-01 · Not verified — Not verified: Maintain a security baseline aligned to the…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" y="15453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verified by this collection; configuration alone cannot establish the documented practice or its effectiveness.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5528" y="17830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" y="203911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Supply dated Baseline, policy assignments, Defender compliance; validate the complete control with its accountable owner.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400032" y="1362456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00032" y="16642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400032" y="2029968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" y="2450592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2450592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" y="25328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F-054 · SEC-02 · Not verified — Not verified: Run secure development practices for WordPress…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5528" y="27614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verified by this collection; configuration alone cannot establish the documented practice or its effectiveness.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95528" y="2999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95528" y="32552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Supply dated SBOM, scan results, patch records, CI/CD gates; validate the complete control with its accountable owner.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400032" y="25786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400032" y="28803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400032" y="3246120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94360" y="3666744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" y="3666744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95528" y="3749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F-055 · SEC-03 · Not verified — Not verified: Use managed identities for Azure dependencies…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95528" y="39776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user-assigned identity and managed-identity flags for Blob, email and MySQL are configured. Credential-bearing setting contents are…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95528" y="42153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Identity flags do not prove actual least-privilege dependency access or safe secret references.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95528" y="44714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Verify effective data-plane permissions, secret-store/reference resolution and actual managed-identity use for each supported…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400032" y="37947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400032" y="40965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400032" y="4462272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594360" y="4882896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94360" y="4882896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95528" y="49651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F-056 · SEC-04 · Not verified — Not verified: Use Microsoft Entra authentication for MySQL…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795528" y="51937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requests MySQL managed identity, but server Entra configuration, application grants and a successful authentication test…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795528" y="54315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Actual database authentication and least privilege are unverified.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795528" y="56875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Collect Entra server administrators and MySQL grants; test the dedicated identity and credential/identity rotation where applicable.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9400032" y="50109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9400032" y="531266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9400032" y="5678424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and high findings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234440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234440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3167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F-057 · SEC-05 · Not verified — Not verified: Disable App Service basic publishing credentials…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" y="15453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is disabled, FTP is FTPS-only, and SCM inherits main-site restrictions. Standalone SCM Allow All is not effective while…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5528" y="17830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" y="203911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Export FTP/SCM basicPublishingCredentialsPolicies and document required deployment paths; verify separate administrative access…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400032" y="1362456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00032" y="16642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400032" y="2029968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" y="2450592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2450592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" y="25328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F-058 · SEC-06 · Not verified — Not verified: Require HTTPS, TLS 1.2 or later (end-to-end TLS…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5528" y="27614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and TLS 1.2 are configured. The sitecontainers marker is not a PHP/image version; runtime support and end-to-end TLS feature…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95528" y="2999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95528" y="32552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Inventory actual site-container images and PHP/WordPress versions, verify support lifecycle and end-to-end TLS capability, and…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400032" y="25786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400032" y="28803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400032" y="3246120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94360" y="3666744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" y="3666744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95528" y="3749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F-059 · SEC-10 · Not verified — Not verified: Restrict WordPress login and administration paths…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95528" y="39776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WAF rules are returned and platform authentication is disabled. WordPress authentication, MFA, login throttling and admin-ajax…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95528" y="42153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95528" y="44714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Review WordPress and edge administrator protections; test login throttling, authorization, MFA and legitimate admin-ajax paths.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400032" y="37947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400032" y="40965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400032" y="4462272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94360" y="4882896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4882896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95528" y="49651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F-060 · SEC-11 · Not verified — Not verified: Integrate App Service outbound traffic with the…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95528" y="51937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 integrates with the application subnet but route-all is disabled. Intended egress destinations, effective routes, DNS and…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95528" y="54315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95528" y="56875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Document allowed egress and test effective paths; evaluate route-all/firewall enforcement only after validating platform and…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400032" y="50109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9400032" y="531266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9400032" y="5678424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and high findings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234440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234440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3167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F-061 · SEC-14 · Not verified — Not verified: Store WordPress salts, keys, database settings…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" y="15453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data-plane metadata was blocked by private networking. Advisor flags secret expiration, but the current secret-by-secret scope…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5528" y="17830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Secret inventory, expiry scope and safe rotation are not verified.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" y="203911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Recollect metadata from an approved private-network runner, triage the expiration recommendation, and verify inventory, owners…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400032" y="1362456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00032" y="16642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400032" y="2029968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94360" y="2450592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4360" y="2450592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95528" y="25328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F-062 · SEC-16 · Not verified — Not verified: Require encryption in transit and at rest for…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95528" y="27614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encryption and HTTPS and Redis minimum TLS are configured. MySQL secure-transport parameters and Redis database-level client…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795528" y="2999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95528" y="32552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Collect MySQL transport parameters and Redis database settings; validate encryption and certificate handling end to end, with CMK…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9400032" y="25786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9400032" y="28803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9400032" y="3246120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94360" y="3666744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94360" y="3666744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95528" y="3749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F-063 · SEC-18 · Not verified — Not verified: Protect WordPress application settings: disable…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795528" y="39776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phpMyAdmin setup is enabled. Its route protection, effective WP_DEBUG/DISALLOW_FILE_EDIT, plugin inventory and…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795528" y="42153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795528" y="44714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Inspect effective WordPress configuration and test phpMyAdmin/admin/XML-RPC routes; disable unnecessary interfaces and dashboard…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9400032" y="37947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9400032" y="40965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9400032" y="4462272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594360" y="4882896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94360" y="4882896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95528" y="49651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F-064 · SEC-20 · Not verified — Not verified: Use least-privilege WordPress roles, individual…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795528" y="51937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administrator-setting names are present but are not an active WordPress user/role inventory. They do not prove a shared…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795528" y="54315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Bootstrap names do not establish shared or weak active administrator accounts.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795528" y="56875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Obtain a dated WordPress user/role and administrator audit; verify individual accounts, least privilege, strong authentication and…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9400032" y="50109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9400032" y="531266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9400032" y="5678424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and high findings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234440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234440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3167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F-065 · SEC-21 · Not verified — Not verified: Enable Defender for Cloud plans justified by…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" y="15453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AppServices, StorageAccounts, KeyVaults, OpenSourceRelationalDatabases and CloudPosture plans are configured. Resource-level coverage…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5528" y="17830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" y="203911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Verify actual protected-resource coverage, alert routing and ownership, then exercise triage without changing plan subscriptions…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400032" y="1362456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00032" y="16642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400032" y="2029968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" y="2450592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2450592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" y="25328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F-066 · SEC-22 · Not verified — Not verified: Enable security-relevant control-plane and…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5528" y="27614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and vault diagnostics target the central workspace. Storage-account diagnostics return no settings; Blob service-level settings…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95528" y="2999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95528" y="32552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Collect child-resource audit diagnostics and effective workspace access; inspect a sanitized log sample and test secret/PII…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400032" y="25786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400032" y="28803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400032" y="3246120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94360" y="3666744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" y="3666744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95528" y="3749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F-067 · SEC-23 · Not verified — Not verified: Test WAF prevention, direct-origin bypass…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95528" y="39776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verified by this collection; configuration alone cannot establish the documented practice or its effectiveness.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95528" y="42153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Configuration strengths have not been validated end to end.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95528" y="44714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Supply dated Security test results, WAF logs, incident exercise; validate the complete control with its accountable owner.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400032" y="37947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400032" y="40965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400032" y="4462272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594360" y="4882896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94360" y="4882896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95528" y="49651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F-068 · SEC-24 · Not verified — Not verified: Verify WordPress App Service settings, including…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795528" y="51937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Database/identity settings exist, but filesystem permissions, unique salts, effective debug values and multisite behavior are not…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795528" y="54315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795528" y="56875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Review effective wp-config and filesystem permissions without disclosing secrets; validate unique secret material and any…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9400032" y="50109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9400032" y="531266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9400032" y="5678424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and high findings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234440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234440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3167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F-069 · SQL-01 · Not verified — Not verified: Apply least privilege in Azure RBAC and MySQL…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" y="15453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 is requested by the application, but MySQL grants and effective inherited Azure permissions were not collected.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5528" y="17830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" y="203911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Review actual database grants and separate migration, application, reporting and administration identities.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400032" y="1362456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00032" y="16642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400032" y="2029968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" y="2450592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2450592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" y="25328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F-070 · SQL-04 · Not verified — Not verified: Add explicit primary keys to every InnoDB table…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5528" y="27614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GIPK and schema enumeration are unavailable while stopped. Burstable is configured; neither missing primary keys nor inappropriate HA…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95528" y="2999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95528" y="32552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Collect GIPK configuration and inspect all InnoDB primary keys; confirm supported HA/replica/log feature expectations for the…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400032" y="25786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400032" y="28803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· Cost 1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400032" y="3246120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94360" y="3666744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" y="3666744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95528" y="3749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F-071 · MAN-02 · Not verified — Not verified: Exercise whole-workload restore and recovery for…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95528" y="39776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verified by this collection; configuration alone cannot establish the documented practice or its effectiveness.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95528" y="42153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95528" y="44714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Supply dated Measured RTO/RPO report, defects, owners, remediation evidence; validate the complete control with its accountable…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400032" y="37947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3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400032" y="40965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2 · Cost 1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400032" y="4462272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94360" y="4882896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4882896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95528" y="49651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F-072 · MAN-03 · Not verified — Not verified: Test zone, region, dependency, identity, DNS…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95528" y="51937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verified by this collection; configuration alone cannot establish the documented practice or its effectiveness.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95528" y="54315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95528" y="56875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Supply dated Game-day/fault-injection records and updated runbooks; validate the complete control with its accountable owner.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400032" y="50109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3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9400032" y="531266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2 · Cost 1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9400032" y="5678424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and high findings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234440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234440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3167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F-073 · MAN-07 · Not verified — Not verified: Test direct-origin bypass, WAF enforcement…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" y="15453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verified by this collection; configuration alone cannot establish the documented practice or its effectiveness.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5528" y="17830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" y="203911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Supply dated Negative tests, WAF logs, incident/tabletop evidence; validate the complete control with its accountable owner.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400032" y="1362456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00032" y="16642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2 · Cost 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400032" y="2029968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" y="2450592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2450592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" y="25328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F-074 · MAN-10 · Not verified — Not verified: Load, stress, soak, scalability…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5528" y="27614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verified by this collection; configuration alone cannot establish the documented practice or its effectiveness.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95528" y="2999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95528" y="32552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Supply dated Versioned test scripts, reports, baselines, capacity conclusions; validate the complete control with its accountable…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400032" y="257860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400032" y="28803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2 · Cost 1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400032" y="3246120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94360" y="3666744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" y="3666744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95528" y="3749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F-075 · PRF-06 · Not verified — Not verified: Load, stress, soak, cache-invalidation, and…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95528" y="39776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verified by this collection; configuration alone cannot establish the documented practice or its effectiveness.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95528" y="42153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Control effectiveness remains unverified.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95528" y="44714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Supply dated Versioned test scripts, reports, remediation backlog; validate the complete control with its accountable owner.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400032" y="37947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3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400032" y="40965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2 · Cost 1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400032" y="4462272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94360" y="4882896"/>
            <a:ext cx="109728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F5F7F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4882896"/>
            <a:ext cx="54864" cy="1097280"/>
          </a:xfrm>
          <a:prstGeom prst="rect">
            <a:avLst/>
          </a:prstGeom>
          <a:solidFill>
            <a:srgbClr val="607D8B"/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95528" y="49651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F-076 · REL-10 · Not verified — Not verified: Test point-in-time restore, application/media…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95528" y="51937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retention is not a measured recovery result.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95528" y="54315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Configured protection has no measured recovery result.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95528" y="56875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Restore an isolated full workload, measure achieved RTO/RPO, and record cache-loss, slot rollback and required regional recovery…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400032" y="50109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3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9400032" y="531266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2 · Cost 1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9400032" y="5678424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Remediation priorities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/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the retention choice and enable purge protection through approved change…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 the policy and test legitimate traffic, then move to Prevention and verify…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Test supported managed-identity sends and inventory remaining secret…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ACS-01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Export the custom-role definition and effective roles; separate sending…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ACS-02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Review residency/consent and minimize stored message content and metadata…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ACS-03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Exercise throttling and transient failures with bounded retries…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ACS-04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Fix typed scoped assessment collection, preserve exact resource matching…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Map paid plans, subplans and extensions to protected subscription resources…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94360" y="6007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recommendations are in the report, CSV and speaker notes. Blank owners and targets need assignment.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Remediation priorities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/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Collect policy overrides/exemptions and require justification, compensating…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Collect exports/automation and demonstrate a protected alert-to-case…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Assign owners/dates, review risk and trend, and test response/change…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Collect origins and effective RBAC; verify original host forwarding and…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Obtain signed critical-flow targets and accepted risks before selecting…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FND-03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Supply dated Threat model, risk register, remediation backlog; validate the…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FND-04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Approve a data inventory and map protection and recovery requirements to…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FND-05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Export effective inherited RBAC and tenant controls; review standing access…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FND-07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94360" y="6007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recommendations are in the report, CSV and speaker notes. Blank owners and targets need assignment.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Remediation priorities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/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Review effective permissions and custom-role actions against a…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FND-08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Export policy assignments, compliance and exemptions and review…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FND-09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Collect effective inherited locks, confirm critical stateful resources, and…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FND-11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Supply dated Approved business impact analysis, SLO document, dependency…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Supply dated Identity/RBAC exports, PIM settings, access-review records…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Supply dated SBOM, scan reports, patch SLA, CI/CD configuration; validate…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Supply dated Rotation policy, expiry alerts, change records, successful…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Supply dated Repository, pull requests, pipeline runs, drift reports…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94360" y="6007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recommendations are in the report, CSV and speaker notes. Blank owners and targets need assignment.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Remediation priorities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/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Supply dated Alert tests, dashboards, runbooks, on-call rota, postmortems…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Supply dated Governance policy, access review, privacy assessment, delivery…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Review workspace/resource inherited RBAC, ingestion authentication and…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Provide availability-test configurations, action groups and dated…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Test each dependency from the app, build agents, peered networks and…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Supply dated Repository, pull requests, pipeline and drift reports…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Supply dated CI/CD definitions, release records, signed/versioned…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Supply dated Migration plan, deployment tests, rollback evidence; validate…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OPS-05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94360" y="6007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recommendations are in the report, CSV and speaker notes. Blank owners and targets need assignment.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Remediation priorities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/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Collect sanitized traces, deployment markers, availability tests and SLO…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OPS-08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Supply dated Alert rules, action groups, runbooks, test records; validate…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OPS-09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Supply dated Runbooks and exercise records; validate the complete control…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OPS-10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Supply dated Incident plan, on-call rota, postmortems; validate the…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OPS-11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Supply dated Test suites, pipeline results, release gates; validate the…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OPS-12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Inventory runtime and package versions, support dates, certificates and…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OPS-13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Supply dated Governance policy, staging test, release record; validate the…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OPS-14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Collect full route/rule cache settings and test cookies, query keys, TTLs…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PRF-07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94360" y="6007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recommendations are in the report, CSV and speaker notes. Blank owners and targets need assignment.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Remediation priorities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/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Inspect the active cache plugin and database settings; run bounded-retry…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PRF-09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Collect database access configuration and perform an authorized…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RDS-03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Confirm production status and targets; if required, validate regional…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Review uploads/session paths and run scale-out, worker replacement and…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REL-05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Confirm the stopped state is intentional and obtain recovery targets; then…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REL-08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Collect native database backup metadata through an authorized operating…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REL-09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Compare LRS with approved recovery targets; evaluate ZRS/geo-redundancy…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REL-11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Decide regional recovery from business targets and test state consistency…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REL-14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94360" y="6007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recommendations are in the report, CSV and speaker notes. Blank owners and targets need assignment.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Remediation priorities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/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Supply dated Application configuration, fault-injection tests, traces…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REL-15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Demonstrate critical-flow and dependency availability tests, owned SLO…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REL-17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Supply dated Baseline, policy assignments, Defender compliance; validate…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Supply dated SBOM, scan results, patch records, CI/CD gates; validate the…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Verify effective data-plane permissions, secret-store/reference resolution…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Collect Entra server administrators and MySQL grants; test the dedicated…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Export FTP/SCM basicPublishingCredentialsPolicies and document required…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Inventory actual site-container images and PHP/WordPress versions, verify…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94360" y="6007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recommendations are in the report, CSV and speaker notes. Blank owners and targets need assignment.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Remediation priorities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/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Review WordPress and edge administrator protections; test login throttling…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Document allowed egress and test effective paths; evaluate…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Recollect metadata from an approved private-network runner, triage the…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Collect MySQL transport parameters and Redis database settings; validate…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Inspect effective WordPress configuration and test phpMyAdmin/admin/XML-RPC…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Obtain a dated WordPress user/role and administrator audit; verify…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Verify actual protected-resource coverage, alert routing and ownership…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Collect child-resource audit diagnostics and effective workspace access…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94360" y="6007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recommendations are in the report, CSV and speaker notes. Blank owners and targets need assignment.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Remediation priorities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/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Supply dated Security test results, WAF logs, incident exercise; validate…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Review effective wp-config and filesystem permissions without disclosing…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Review actual database grants and separate migration, application…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Collect GIPK configuration and inspect all InnoDB primary keys; confirm…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Always On; implement a fast dependency-aware Health Check and tested…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 Premium for managed/bot protection, add narrowly scoped login/abuse rate…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Supply dated Measured RTO/RPO report, defects, owners, remediation…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Supply dated Game-day/fault-injection records and updated runbooks…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94360" y="6007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recommendations are in the report, CSV and speaker notes. Blank owners and targets need assignment.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Remediation priorities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/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Supply dated Negative tests, WAF logs, incident/tabletop evidence; validate…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Supply dated Versioned test scripts, reports, baselines, capacity…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Supply dated Versioned test scripts, reports, remediation backlog; validate…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PRF-06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Restore an isolated full workload, measure achieved RTO/RPO, and record…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REL-10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 a suitable maintenance window, configure it through approved change control…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a lightweight uncached health endpoint, then validate probe behavior…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REL-13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 required flows, implement narrow ingress/egress rules and validate effective…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Provide the dated evidence requested in the CST-01, CST-02, CST-03, CST-04…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CST-01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94360" y="6007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recommendations are in the report, CSV and speaker notes. Blank owners and targets need assignment.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Remediation priorities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/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Provide the dated evidence requested in the FND-01, FND-02, FND-06, FND-10…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FND-01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Provide the dated evidence requested in the OPS-01, OPS-04, OPS-06, OPS-07…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Provide the dated evidence requested in the PRF-01, PRF-02, PRF-03, PRF-04…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PRF-01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Provide the dated evidence requested in the REL-01, REL-02, REL-06, REL-07…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Verify: Provide the dated evidence requested in the SEC-19, KV-01, KV-02, FD-02…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and enforce owner, workload, environment, cost-center and lifecycle tags…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FND-12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94360" y="6007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recommendations are in the report, CSV and speaker notes. Blank owners and targets need assignment.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validation register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94360" y="11430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verified until dated evidence is supplied; Section 8 affects coverage, not the headline score.</a:t>
            </a:r>
            <a:endParaRPr lang="en-US" sz="14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critical flows, dependencies, SLOs/SLIs, RTOs/RPOs, and accepted risks…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business impact analysis, SLO document, dependency map, risk acceptance.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Exercise whole-workload restore and recovery for database, uploads…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RTO/RPO report, defects, owners, remediation evidence.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zone, region, dependency, identity, DNS, network, deployment, and cache…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Game-day/fault-injection records and updated runbooks.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Entra tenant controls, Azure RBAC, PIM/JIT, MFA, Conditional Access…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Identity/RBAC exports, PIM settings, access-review records.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WordPress core, plugin, theme, package, container, and IaC…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SBOM, scan reports, patch SLA, CI/CD configuration.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Exercise secret, certificate, key, and credential rotation, including…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 policy, expiry alerts, change records, successful test.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validation register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94360" y="11430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verified until dated evidence is supplied; Section 8 affects coverage, not the headline score.</a:t>
            </a:r>
            <a:endParaRPr lang="en-US" sz="14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direct-origin bypass, WAF enforcement, authentication, authorization…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tests, WAF logs, incident/tabletop evidence.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IaC, peer review, policy checks, pipeline promotion, safe release…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Repository, pull requests, pipeline runs, drift reports.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alert ownership, SLO/symptom coverage, action groups, dashboards…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tests, dashboards, runbooks, on-call rota, postmortems.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Load, stress, soak, scalability, cache-invalidation, and failure-mode test…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Versioned test scripts, reports, baselines, capacity conclusions.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cost allocation, budgets, forecasts, anomaly alerts, cleanup…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exports, budget alerts, monthly reviews, utilization reports.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WordPress operational governance for approved plugins/themes, staging…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policy, access review, privacy assessment, delivery reports.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Collection gaps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94360" y="11612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collection calls leave dependent controls unverified; they are not configuration failures.</a:t>
            </a:r>
            <a:endParaRPr lang="en-US" sz="14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0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Affected controls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keyvault kv wordp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ERROR: (Forbidden) Connection is not an approved private link and caller was ignored because bypass is not set to 'AzureServices' and…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SEC-14, SEC-24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keyvault kv wordp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ERROR: (Forbidden) Connection is not an approved private link and caller was ignored because bypass is not set to 'AzureServices' and…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SEC-14, SEC-24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keyvault kv wordp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ERROR: (Forbidden) Connection is not an approved private link and caller was ignored because bypass is not set to 'AzureServices' and…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SEC-14, OPS-13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frontdoor wordpressexampledevwaf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diagnosticSettings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ERROR: (ResourceTypeNotSupported) The resource type 'microsoft.network/frontdoorwebapplicationfirewallpolicies' does not support…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OPS-07, SEC-22 (profile logging is collected independently)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flexible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ERROR: (ServerUnavailableForOperation) Operation 'GetDatabases' cannot be performed as server 'wordpress-example-dev-mysql-swpsfsjvczhhe'…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SEC-04, SQL-01, SQL-04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flexible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firewallRules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ERROR: Firewall rule operations cannot be requested for a private access enabled server.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dependent full control decided from this call; SEC-12 uses successful service…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Collection gaps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94360" y="11612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collection calls leave dependent controls unverified; they are not configuration failures.</a:t>
            </a:r>
            <a:endParaRPr lang="en-US" sz="14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0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Affected controls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flexible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ERROR: (ServerUnavailableForOperation) Operation 'GetServerParameters' cannot be performed as server…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SEC-04, SEC-16, SQL-04, PRF-12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flexible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ERROR: (ServerNotExist) The server 'wordpress-example-dev-mysql-swpsfsjvczhhe' does not exist or in unexpected status.&lt;br&gt;Code…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REL-09, REL-10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wordpressexswpsfsjvczhhe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managementPolicy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ERROR: (ManagementPolicyNotFound) No ManagementPolicy found for account wordpressexswpsfsjvczhhe&lt;br&gt;Code…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CST-07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appservice plan asp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ERROR: 'list-apps' is misspelled or not recognized by the system.&lt;br&gt;&lt;br&gt;https://aka.ms/cli_ref&lt;br&gt;Read more about the command in…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CST-11, APP-02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limitations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08760"/>
          <a:ext cx="10972800" cy="914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Unsupported area / scope 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Affected controls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wordpress-example-dev-identity…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Inventoried but no dedicated collector for this resource type; parent payloads may supply limited corroboration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FND-07, SEC-03, SEC-04, SQL-01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wordpress-example-dev-email-acs-swpsfsjvczhhe…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Inventoried but no dedicated collector for this resource type; parent payloads may supply limited corroboration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OPS-17, ACS-01–ACS-05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wordpress-example-dev-email-acs-swpsfsjvczhhe/AzureManagedDomain…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Inventoried but no dedicated collector for this resource type; parent payloads may supply limited corroboration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OPS-17, ACS-01–ACS-05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privatelink.blob.core.windows.net/wordpress-example-dev-vnet-link…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Inventoried but no dedicated collector for this resource type; parent payloads may supply limited corroboration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SEC-12 runtime assurance, NET-02, NET-07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privatelink.redis.azure.net/wordpress-example-dev-vnet-link…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Inventoried but no dedicated collector for this resource type; parent payloads may supply limited corroboration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SEC-12 runtime assurance, NET-02, NET-07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privatelink.vaultcore.azure.net/wordpress-example-dev-vnet-link…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Inventoried but no dedicated collector for this resource type; parent payloads may supply limited corroboration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SEC-12 runtime assurance, NET-02, NET-07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limitations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08760"/>
          <a:ext cx="10972800" cy="914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Unsupported area / scope 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Affected controls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privatelink.mysql.database.azure.com/wordpress-example-dev-vnet-link…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Inventoried but no dedicated collector for this resource type; parent payloads may supply limited corroboration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SEC-12 runtime assurance, NET-02, NET-07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wordpress-example-dev-afd/wordpressexampledevafdswpsfsjvczhhe…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Inventoried but no dedicated collector for this resource type; parent payloads may supply limited corroboration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REL-13, SEC-07, FD-02, FD-03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wordpressexswpsfsjvczhhe-blob-pe.nic.14249857-8924-48bf-878d-1b69470c4f11…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Inventoried but no dedicated collector for this resource type; parent payloads may supply limited corroboration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FND-02, REL-15, NET-02, NET-05, OPS-09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kv-wordp-dev-bzrupj5rt6-pe.nic.eb2ea48f-67f5-4f6e-9e8c-3e9c29285393…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Inventoried but no dedicated collector for this resource type; parent payloads may supply limited corroboration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FND-02, REL-15, NET-02, NET-05, OPS-09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wordpressexampledevredisswpsfsjvczhhe-pe.nic.e3ec3249-6244-441f-b039-45ece9a7…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Inventoried but no dedicated collector for this resource type; parent payloads may supply limited corroboration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FND-02, REL-15, NET-02, NET-05, OPS-09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wordpress-example-dev-mysql-swpsfsjvczhhe-p.nic.da52adff-8be3-4e4b-b958-ecb5e…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Inventoried but no dedicated collector for this resource type; parent payloads may supply limited corroboration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FND-02, REL-15, NET-02, NET-05, OPS-09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limitations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08760"/>
          <a:ext cx="10972800" cy="914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Unsupported area / scope 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Affected controls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Anomalies - wordpressexampledevappiswpsfsjvczhhe…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Inventoried but no dedicated collector for this resource type; parent payloads may supply limited corroboration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REL-17, OPS-08, OPS-09, MON-04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wordpressexswpsfsjvczhhe-f5ea0c51-8c23-4282-a54f-2ba70b6a792c…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Inventoried but no dedicated collector for this resource type; parent payloads may supply limited corroboration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FND-02, REL-15, NET-02, NET-05, OPS-09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Stopped MySQL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Successful show returns Stopped; parameters, database listing and backup enumeration fail. No authorization to start it is assumed.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REL-08, REL-09, SQL-04, SEC-16, PRF-12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Key Vault collector 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Keys, secrets and certificates rejected with ForbiddenByConnection; do not weaken the vault network boundary to collect metadata.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SEC-14, SEC-24, OPS-13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and business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WordPress user/role dump, effective wp-config, runtime image inventory, metrics, tested runbooks, business targets or accepted risks supplied.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manual register controls and the specifically identified Not verified 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Telemetry and Defender 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complete child-resource diagnostics, runtime telemetry, policy assignments, governance/export definitions or subscription-wide cost…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OPS-07–OPS-09, MON-01–MON-07, DEF-01–DEF-06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 and coverage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overall score · 9% evidence coverage</a:t>
            </a:r>
            <a:endParaRPr lang="en-US" sz="20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on this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Stopped MySQL: database, parameter and backup calls failed; firewall enumeration incompatible with…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Grants/schema/GIPK, secure transport, query tuning and recovery enumeration remain unverified. The successful show payload still provides configuration and state.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Key Vault runner connectivity blocked three metadata calls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Secret/key/certificate inventory, expiration scope and rotation could not be verified. Preserve private access and collect from an approved network.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dated application/business/manual 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Environment, SLO/RTO/RPO, classification, effective WordPress users/MFA, runtime support, performance, cost governance and tested recovery remain unknown.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collector gaps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app enumeration failed; storage lifecycle policy call failed; direct WAF-policy diagnostics unsupported. Do not interpret these errors as missing resources or missing Front Door…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Defender shape and 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assessment JSON was parsed and exact-scoped: 26 workload records out of 7,734 subscription records. Unrelated findings were excluded; subscription plan spend/coverage cannot…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limits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resources; 25 output JSONs; 14 unsupported entries; 10 failed sections despite zero manifest-level errors. Parent configuration only partially covers unsupported children.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 and coverage (cont.)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overall score · 9% evidence coverage</a:t>
            </a:r>
            <a:endParaRPr lang="en-US" sz="20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on this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Checklist count discrepancy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unique rows total 157, rather than the earlier review’s reported 152; the five Key Vault/Front Door IDs are present in the loaded authoritative checklist.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647395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ahms-wg-dev-rg · Unknown / not independently confirmed · 2026-09-28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solidFill>
            <a:srgbClr val="CADC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1335024"/>
            <a:ext cx="265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261872" y="1280160"/>
            <a:ext cx="10149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environment classification, critical flows, SLO/RTO/RPO, data classification and accepted risks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61872" y="1792224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and business owners (proposed) · Within 7 days; agreement required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148840"/>
            <a:ext cx="384048" cy="384048"/>
          </a:xfrm>
          <a:prstGeom prst="rect">
            <a:avLst/>
          </a:prstGeom>
          <a:solidFill>
            <a:srgbClr val="CADC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" y="2203704"/>
            <a:ext cx="265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261872" y="2148840"/>
            <a:ext cx="10149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the four confirmed high findings and assign change owners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61872" y="2660904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platform owners (proposed) · Within 7 days; agreement required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3017520"/>
            <a:ext cx="384048" cy="384048"/>
          </a:xfrm>
          <a:prstGeom prst="rect">
            <a:avLst/>
          </a:prstGeom>
          <a:solidFill>
            <a:srgbClr val="CADC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4088" y="3072384"/>
            <a:ext cx="265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261872" y="3017520"/>
            <a:ext cx="10149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collection using supported commands and an approved private-network runner; recollect database metadata in an authorized operating window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61872" y="3529584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and database owners (proposed) · Within 14 days; agreement required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3886200"/>
            <a:ext cx="384048" cy="384048"/>
          </a:xfrm>
          <a:prstGeom prst="rect">
            <a:avLst/>
          </a:prstGeom>
          <a:solidFill>
            <a:srgbClr val="CADC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" y="3941064"/>
            <a:ext cx="265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261872" y="3886200"/>
            <a:ext cx="10149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restore, WAF/origin/admin protection, private DNS and load behavior; provide budgets and utilization evidence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261872" y="4398264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Operations, application, security and FinOps owners (proposed) · Plan within 30 days; agreement required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" y="4754880"/>
            <a:ext cx="384048" cy="384048"/>
          </a:xfrm>
          <a:prstGeom prst="rect">
            <a:avLst/>
          </a:prstGeom>
          <a:solidFill>
            <a:srgbClr val="CADC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4088" y="4809744"/>
            <a:ext cx="265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1261872" y="4754880"/>
            <a:ext cx="10149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the same control IDs from fresh evidence and record approved exceptions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261872" y="5266944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owner and independent reviewer (proposed) · After remediation and manual evidence completion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0080" y="59161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after remediation and manual validation; agree the date with the workload owner.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24484</Words>
  <Application>Microsoft Office PowerPoint</Application>
  <PresentationFormat>Widescreen</PresentationFormat>
  <Paragraphs>1884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Well-Architected Review</dc:title>
  <dc:subject>AzureWordPressChecklist.md · 157 enumerated controls</dc:subject>
  <dc:creator>GitHub Copilot</dc:creator>
  <cp:lastModifiedBy>Ahmed Salijee</cp:lastModifiedBy>
  <cp:revision>1</cp:revision>
  <dcterms:created xsi:type="dcterms:W3CDTF">2026-09-28T12:12:39Z</dcterms:created>
  <dcterms:modified xsi:type="dcterms:W3CDTF">2026-09-28T12:12:44Z</dcterms:modified>
</cp:coreProperties>
</file>