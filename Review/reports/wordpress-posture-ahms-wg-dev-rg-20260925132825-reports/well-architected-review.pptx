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Well-Architected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WordPress on Azure App Service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dev / non-production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Subscription: 5e8eb071-5103-4178-b2bc-417cf42def4d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Resource group: ahms-wg-dev-rg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Evidence collected: 2026-09-25T13:29:01.4243823Z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Review date: 2026-09-25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Reviewer: Copilot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Checklist: AzureWordPressChecklist.md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097280"/>
            <a:ext cx="2468880" cy="2468880"/>
          </a:xfrm>
          <a:prstGeom prst="arc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828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64%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75320" y="2359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31% coverage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posture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260604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</a:rPr>
              <a:t>64%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Overall score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0604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97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31%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Evidence coverage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97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Critical findings (sev 5)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960120"/>
            <a:ext cx="260604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097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</a:rPr>
              <a:t>14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6112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 findings (sev 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240280"/>
            <a:ext cx="2229505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13432"/>
            <a:ext cx="22295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Pass 33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23865" y="2240280"/>
            <a:ext cx="87829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2155" y="2240280"/>
            <a:ext cx="405365" cy="3200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7520" y="2240280"/>
            <a:ext cx="7093880" cy="3200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7520" y="2313432"/>
            <a:ext cx="7093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Not verified 105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2971800"/>
            <a:ext cx="10744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099816"/>
            <a:ext cx="10415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Executive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" y="3392424"/>
            <a:ext cx="104150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Strong edge-origin controls are present: Front Door/WAF is deployed, WAF prevention is enabled, and App Service origin access is restricted to Azure Front Door. The biggest risk is resilience and recoverability evidence: one App Service worker, Always On and health checks disabled, MySQL HA disabled, and restore/failover evidence not supplied. Because coverage is 31%, read the score as a partial picture.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scorecard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Foundations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4297680"/>
            <a:ext cx="38404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4089197"/>
            <a:ext cx="384048" cy="1077163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690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25%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07008" y="3860597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31%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888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Reliability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5166360"/>
            <a:ext cx="384048" cy="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32427"/>
            <a:ext cx="384048" cy="833933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49377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90088" y="4103827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24%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Security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3400" y="2386584"/>
            <a:ext cx="384048" cy="2779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12034"/>
            <a:ext cx="384048" cy="215432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1579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80%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73168" y="278343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62%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2386584"/>
            <a:ext cx="384048" cy="2779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915461"/>
            <a:ext cx="384048" cy="1250899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1579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80%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56248" y="3686861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36%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1812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Operations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09560" y="1691640"/>
            <a:ext cx="384048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4749394"/>
            <a:ext cx="384048" cy="41696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4630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100%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39328" y="452079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0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Performance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92640" y="1691640"/>
            <a:ext cx="384048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9840" y="4471416"/>
            <a:ext cx="384048" cy="6949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14630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</a:rPr>
              <a:t>100%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122408" y="4242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97680" y="6080760"/>
            <a:ext cx="256032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6035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Score 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6080760"/>
            <a:ext cx="256032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6035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Coverage 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disposition across all 157 controls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7315200" cy="4892040"/>
        </p:xfrm>
        <a:graphic>
          <a:graphicData uri="http://schemas.openxmlformats.org/drawingml/2006/table">
            <a:tbl>
              <a:tblPr/>
              <a:tblGrid>
                <a:gridCol w="1045029"/>
                <a:gridCol w="1045029"/>
                <a:gridCol w="1045029"/>
                <a:gridCol w="1045029"/>
                <a:gridCol w="1045029"/>
                <a:gridCol w="1045029"/>
                <a:gridCol w="1045029"/>
              </a:tblGrid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foundations and governance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Optimization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Excellence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Efficiency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Resource-specific supplementary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manual-validation register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1887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94192" y="13167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Total controls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94192" y="160934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157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105 not verified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0" y="242316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255117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Why coverage matters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94192" y="2843784"/>
            <a:ext cx="27797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105 controls were not decided by collected evidence. They reduce confidence without being counted as failures unless a high-risk verification gap belongs in the findings backlog.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Workload foundations and governance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25% score · 31% coverage · 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FND-09 — Defender pricing data was collected but policy assignment/compliance evidence was not sufficient to prove MCSB…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FND-10 — Defender/Advisor recommendations include workload security recommendations, including missing Key Vault deletion…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FND-11 — No resource-group lock data was returned for critical stateful services.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FND-09 — Defender pricing data was collected but policy assignment/compliance evidence was not sufficient to prove MCSB…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FND-10 — Defender/Advisor recommendations include workload security recommendations, including missing Key Vault deletion… (sev 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FND-11 — No resource-group lock data was returned for critical stateful services. (sev 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FND-12 — Most workload resources carry AppProfile/Environment tags, but some related resources are untagged, including… (sev 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Reliability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0% score · 24% coverage · 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REL-03 — The App Service plan is running one worker. ARR affinity is disabled, which is positive, but single-worker capacity is…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REL-04 — Always On is disabled, no health check path is configured, and auto-heal is disabled.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REL-12 — Storage account evidence was collected, but blob soft delete/versioning/PITR details were not present in the collector…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REL-03 — The App Service plan is running one worker. ARR affinity is disabled, which is positive, but single-worker capacity is…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REL-04 — Always On is disabled, no health check path is configured, and auto-heal is disabled.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REL-12 — Storage account evidence was collected, but blob soft delete/versioning/PITR details were not present in the collector…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REL-08 — MySQL high availability is disabled. Backup retention is collected, but HA is not configured. (sev 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13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Security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80% score · 62% coverage · Amber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SEC-15 — The Key Vault uses RBAC and soft delete, but purge protection is not enabled.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SEC-17 — Anonymous blob access is disabled, but shared key access remains enabled.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SEC-21 — Defender pricing data was collected, but alert routing, owned triage, and coverage validation were not proven.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SEC-15 — The Key Vault uses RBAC and soft delete, but purge protection is not enabled.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SEC-17 — Anonymous blob access is disabled, but shared key access remains enabled.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SEC-21 — Defender pricing data was collected, but alert routing, owned triage, and coverage validation were not proven. (sev 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SEC-04 — MySQL has a user-assigned identity, but authentication model, database grants, and credential rotation evidence were… (sev 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Cost Optimization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80% score · 36% coverage · Amber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CST-03 — The plan uses Premium0V3 P0v3 with one worker; no autoscale/right-sizing evidence was supplied.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CST-03 — The plan uses Premium0V3 P0v3 with one worker; no autoscale/right-sizing evidence was supplied. (sev 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Operational Excellence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score · 12% coverage · Amber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OPS-04 — No deployment slot evidence was returned for safe release validation.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OPS-17 — Communication Services is deployed with dataLocation africa, but consent, content handling, retries, and abuse…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OPS-04 — No deployment slot evidence was returned for safe release validation. (sev 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OPS-17 — Communication Services is deployed with dataLocation africa, but consent, content handling, retries, and abuse… (sev 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15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Performance Efficiency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41080" y="347472"/>
            <a:ext cx="2377440" cy="411480"/>
          </a:xfrm>
          <a:prstGeom prst="round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66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 score · 20% coverage · Amber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PRF-03 — SKU evidence was collected, but no baseline or load-test evidence was supplied.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5352" y="1563624"/>
            <a:ext cx="474573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PRF-03 — SKU evidence was collected, but no baseline or load-test evidence was supplied. (sev 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 controls not decided by collected evidence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Resource-specific controls (Section 7)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14400"/>
          <a:ext cx="10881360" cy="512064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area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APP-02: App Service plan is not zone redundant and runs one worker.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material generated finding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KV-01: Key Vault purge protection is not enabled.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RDS-02: Redis Enterprise is present, but eviction policy/cache-loss…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Door and WAF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FD-03: Endpoint and route evidence was collected, but…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NET-03: No route-table/effective-route evidence was collected.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material generated finding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MON-02: Application Insights public ingestion/query are enabled and…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Services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ACS-01: Communication Services has no managed identity in the collected…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DEF-01: Defender pricing and recommendations were collected, but…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846320"/>
            <a:ext cx="41148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902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5074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Sev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633472"/>
            <a:ext cx="411480" cy="2304288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377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17904" y="5074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Sev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645920"/>
            <a:ext cx="411480" cy="3291840"/>
          </a:xfrm>
          <a:prstGeom prst="rect">
            <a:avLst/>
          </a:prstGeom>
          <a:solidFill>
            <a:srgbClr val="607D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89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9424" y="5074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Sev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4608576"/>
            <a:ext cx="41148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4352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80944" y="5074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Sev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4846320"/>
            <a:ext cx="41148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5902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12464" y="5074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Sev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22529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Do now (10)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1517904"/>
            <a:ext cx="22768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ACS-01, DEF-01, FND-09, KV-01, REL-03, REL-04, REL-12, SEC-15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122529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Plan (4)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11312" y="1517904"/>
            <a:ext cx="22768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APP-02, REL-08, REL-09, SEC-04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063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19125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Schedule (20)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3483864"/>
            <a:ext cx="22768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ACS-03, APP-01, DEF-02, FD-03, FND-10, FND-11, KV-02, MON-02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063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319125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Backlog (2)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3483864"/>
            <a:ext cx="22768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CST-03, FND-12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F-001 · ACS-01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Communication Services has no managed identity in the collected show output; key/connection-string handling was not proven.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Protect ACS keys in Key Vault and rotate or use managed identity where supported.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F-002 · DEF-01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Defender pricing and recommendations were collected, but CSPM/MCSB assignment, attack path, and governance-rule evidence were not…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Validate Defender CSPM/foundational CSPM, MCSB assignments, governance rules, and secure-score workflow.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F-003 · FND-09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Defender pricing data was collected but policy assignment/compliance evidence was not sufficient to prove MCSB enforcement.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Provide Azure Policy compliance and exemption evidence for MCSB and applicable regulatory standards.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1 · Cost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F-004 · KV-01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Key Vault purge protection is not enabled.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Enable purge protection and verify diagnostic logging/RBAC.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1 · Risk 1 · Cost 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F-005 · REL-03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App Service plan is running one worker. ARR affinity is disabled, which is positive, but single-worker capacity is still a…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For production-like use, configure at least two workers and zone redundancy where supported; document risk…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F-006 · REL-04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Always On is disabled, no health check path is configured, and auto-heal is disabled.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Enable Always On, configure a lightweight dependency-aware health endpoint, and add auto-heal rules.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F-007 · REL-12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Storage account evidence was collected, but blob soft delete/versioning/PITR details were not present in the collector section.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Collect blob service data-protection settings and enable soft delete/versioning/PITR/immutability where required.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F-008 · SEC-15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Key Vault uses RBAC and soft delete, but purge protection is not enabled.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Enable purge protection and confirm least-privilege RBAC and diagnostic retention.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1 · Risk 1 · Cost 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F-009 · SEC-17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Anonymous blob access is disabled, but shared key access remains enabled.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Disable shared key access after validating managed identity/SAS alternatives for the application.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2 · Cost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F-010 · SEC-21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Defender pricing data was collected, but alert routing, owned triage, and coverage validation were not proven.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Validate Defender plan coverage and route alerts into an owned response process.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2 · Risk 1 · Cost 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F-011 · APP-02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 Service plan is not zone redundant and runs one worker.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Use zone redundancy and at least two workers for production SLOs or document risk acceptance for dev.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3 · Risk 3 · Cost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557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F-012 · REL-08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384962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MySQL high availability is disabled. Backup retention is collected, but HA is not configured.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Enable zone-redundant or same-zone HA where required by RTO/RPO and validate backups.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3 · Risk 3 · Cost 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and high findings (cont.)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F-013 · REL-09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Database and storage recovery settings were collected, but no end-to-end recovery set/runbook evidence was supplied.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Document the recovery set for database, media, configuration, secrets, DNS, certificates, edge, and network policy.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3 · Risk 3 · Cost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13385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F-014 · SEC-04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426464"/>
            <a:ext cx="4745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MySQL has a user-assigned identity, but authentication model, database grants, and credential rotation evidence were not collected.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Impact: may reduce availability, security assurance, or recovery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Action: Validate Entra authentication or least-privilege MySQL user design and credential rotation evidence.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 4 · Effort 3 · Risk 3 · Cost 1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88136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ACS keys in Key Vault and rotate or use managed identity where supported.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ACS-01, DEF-01, FND-09, KV-01, REL-03, REL-04, REL-12, SEC-15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zone redundancy and at least two workers for production SLOs or document risk…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APP-02, REL-08, REL-09, SEC-04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consent/privacy assessment and logging schema review.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ACS-03, APP-01, DEF-02, FD-03, FND-10, FND-11, KV-02, MON-02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Right-size App Service against measured load and establish autoscale rules.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CST-03, FND-12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validation register (Section 8)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42416"/>
            <a:ext cx="10186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Scoring treatment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35024"/>
            <a:ext cx="10186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Manual validation items remain Not verified until dated evidence is supplied. They reduce coverage rather than score and are reported separately from the headline number.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515600" cy="416052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evidence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manual evidence required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gaps and confidence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8813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Collector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80744"/>
            <a:ext cx="4745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 Service plan app enumeration failed, so consolidation/cost controls are limited. Unsupported related resources include managed identities, private DNS virtual network links, network interfaces, Event Grid topics, email resources, and alert rules.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08813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Process evidence gaps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5352" y="1380744"/>
            <a:ext cx="4745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Recovery testing, RBAC/PIM/MFA, CI/CD, cost governance, alert ownership, WordPress plugin/theme governance, and manual security tests were not supplied.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10469880" cy="128016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557016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Confidence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3849624"/>
            <a:ext cx="10140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Overall evidence coverage is 31%. Raising coverage requires manual validation evidence and targeted collector enhancements for failed or missing collector areas.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· dev / non-production · 2026-09-25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252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0972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Enable Key Vault purge protection and triage Defender/Advisor recommendations.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768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Decide resilience target and configure Always On, health checks, autoscale, and MySQL HA where required.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284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2004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Provide dated manual evidence for recovery tests, RBAC/PIM/MFA, CI/CD, WordPress governance, monitoring, performance, and cost controls.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79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2519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Rerun the collector and refresh this deck after remediation.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669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Recommended reassessment: after the next remediation sprint or before production promotion.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GitHub Copilot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Well-Architected Review — WordPress on Azure App Service (dev / non-production)</dc:title>
  <dc:subject>AzureWordPressChecklist.md · 157 controls</dc:subject>
  <dc:creator>Copilot App</dc:creator>
  <cp:lastModifiedBy>Copilot App</cp:lastModifiedBy>
  <cp:revision>1</cp:revision>
  <dcterms:created xsi:type="dcterms:W3CDTF">2026-09-25T14:30:20Z</dcterms:created>
  <dcterms:modified xsi:type="dcterms:W3CDTF">2026-09-25T14:30:20Z</dcterms:modified>
</cp:coreProperties>
</file>