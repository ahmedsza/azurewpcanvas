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1. Foundations &amp; governance</c:v>
                  </c:pt>
                  <c:pt idx="1">
                    <c:v>2. Reliability</c:v>
                  </c:pt>
                  <c:pt idx="2">
                    <c:v>3. Security</c:v>
                  </c:pt>
                  <c:pt idx="3">
                    <c:v>4. Cost Optimization</c:v>
                  </c:pt>
                  <c:pt idx="4">
                    <c:v>5. Operational Excellence</c:v>
                  </c:pt>
                  <c:pt idx="5">
                    <c:v>6. Performance Efficiency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89</c:v>
                </c:pt>
                <c:pt idx="2">
                  <c:v>83</c:v>
                </c:pt>
                <c:pt idx="3">
                  <c:v>100</c:v>
                </c:pt>
                <c:pt idx="4">
                  <c:v>80</c:v>
                </c:pt>
                <c:pt idx="5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Coverage %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1. Foundations &amp; governance</c:v>
                  </c:pt>
                  <c:pt idx="1">
                    <c:v>2. Reliability</c:v>
                  </c:pt>
                  <c:pt idx="2">
                    <c:v>3. Security</c:v>
                  </c:pt>
                  <c:pt idx="3">
                    <c:v>4. Cost Optimization</c:v>
                  </c:pt>
                  <c:pt idx="4">
                    <c:v>5. Operational Excellence</c:v>
                  </c:pt>
                  <c:pt idx="5">
                    <c:v>6. Performance Efficiency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</c:v>
                </c:pt>
                <c:pt idx="1">
                  <c:v>53</c:v>
                </c:pt>
                <c:pt idx="2">
                  <c:v>75</c:v>
                </c:pt>
                <c:pt idx="3">
                  <c:v>50</c:v>
                </c:pt>
                <c:pt idx="4">
                  <c:v>29</c:v>
                </c:pt>
                <c:pt idx="5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1. Foundations &amp; governance</c:v>
                  </c:pt>
                  <c:pt idx="1">
                    <c:v>2. Reliability</c:v>
                  </c:pt>
                  <c:pt idx="2">
                    <c:v>3. Security</c:v>
                  </c:pt>
                  <c:pt idx="3">
                    <c:v>4. Cost Optimization</c:v>
                  </c:pt>
                  <c:pt idx="4">
                    <c:v>5. Operational Excellence</c:v>
                  </c:pt>
                  <c:pt idx="5">
                    <c:v>6. Performance Efficiency</c:v>
                  </c:pt>
                  <c:pt idx="6">
                    <c:v>7. Resource-specific</c:v>
                  </c:pt>
                  <c:pt idx="7">
                    <c:v>8. Manual validation register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8</c:v>
                </c:pt>
                <c:pt idx="2">
                  <c:v>15</c:v>
                </c:pt>
                <c:pt idx="3">
                  <c:v>7</c:v>
                </c:pt>
                <c:pt idx="4">
                  <c:v>4</c:v>
                </c:pt>
                <c:pt idx="5">
                  <c:v>7</c:v>
                </c:pt>
                <c:pt idx="6">
                  <c:v>20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1. Foundations &amp; governance</c:v>
                  </c:pt>
                  <c:pt idx="1">
                    <c:v>2. Reliability</c:v>
                  </c:pt>
                  <c:pt idx="2">
                    <c:v>3. Security</c:v>
                  </c:pt>
                  <c:pt idx="3">
                    <c:v>4. Cost Optimization</c:v>
                  </c:pt>
                  <c:pt idx="4">
                    <c:v>5. Operational Excellence</c:v>
                  </c:pt>
                  <c:pt idx="5">
                    <c:v>6. Performance Efficiency</c:v>
                  </c:pt>
                  <c:pt idx="6">
                    <c:v>7. Resource-specific</c:v>
                  </c:pt>
                  <c:pt idx="7">
                    <c:v>8. Manual validation register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N/A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1. Foundations &amp; governance</c:v>
                  </c:pt>
                  <c:pt idx="1">
                    <c:v>2. Reliability</c:v>
                  </c:pt>
                  <c:pt idx="2">
                    <c:v>3. Security</c:v>
                  </c:pt>
                  <c:pt idx="3">
                    <c:v>4. Cost Optimization</c:v>
                  </c:pt>
                  <c:pt idx="4">
                    <c:v>5. Operational Excellence</c:v>
                  </c:pt>
                  <c:pt idx="5">
                    <c:v>6. Performance Efficiency</c:v>
                  </c:pt>
                  <c:pt idx="6">
                    <c:v>7. Resource-specific</c:v>
                  </c:pt>
                  <c:pt idx="7">
                    <c:v>8. Manual validation register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7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verified</c:v>
                </c:pt>
              </c:strCache>
            </c:strRef>
          </c:tx>
          <c:spPr>
            <a:solidFill>
              <a:srgbClr val="607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1. Foundations &amp; governance</c:v>
                  </c:pt>
                  <c:pt idx="1">
                    <c:v>2. Reliability</c:v>
                  </c:pt>
                  <c:pt idx="2">
                    <c:v>3. Security</c:v>
                  </c:pt>
                  <c:pt idx="3">
                    <c:v>4. Cost Optimization</c:v>
                  </c:pt>
                  <c:pt idx="4">
                    <c:v>5. Operational Excellence</c:v>
                  </c:pt>
                  <c:pt idx="5">
                    <c:v>6. Performance Efficiency</c:v>
                  </c:pt>
                  <c:pt idx="6">
                    <c:v>7. Resource-specific</c:v>
                  </c:pt>
                  <c:pt idx="7">
                    <c:v>8. Manual validation register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9</c:v>
                </c:pt>
                <c:pt idx="1">
                  <c:v>8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8</c:v>
                </c:pt>
                <c:pt idx="6">
                  <c:v>16</c:v>
                </c:pt>
                <c:pt idx="7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Trebuchet MS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Trebuchet MS"/>
              </a:rPr>
              <a:t>Findings by severity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53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7D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Sev 5</c:v>
                  </c:pt>
                  <c:pt idx="1">
                    <c:v>Sev 4</c:v>
                  </c:pt>
                  <c:pt idx="2">
                    <c:v>Sev 3</c:v>
                  </c:pt>
                  <c:pt idx="3">
                    <c:v>Sev 2</c:v>
                  </c:pt>
                  <c:pt idx="4">
                    <c:v>Sev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12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and coverage must always be quoted together. 92% is the mean of the six pillar scores; 48% coverage means less than half the applicable checklist could be decided from collected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SLO, RTO or RPO was supplied, so redundancy and retention choices could be described but not judged. That gap is itself finding F-009 (FND-03).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7 and 8 are excluded from this chart and from the headline score. Section 7 scores 91% at 58% coverage; Section 8 has no decided controls so its score is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 count is 7 and there are no severity-5 findings. The three severity-4 items are SEC-21 (Fail), REL-10 and SEC-23 (both Not verified).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 4, Fail 0, Not verified 9. Highest-value action: approve SLO/RTO/RPO so the resilience spend can be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failure and the review's largest residual risk: no restore drill has ever been performed (REL-10, severity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 coverage of any pillar at 75%. The three failures are all low-effort to remediate.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100% of decided controls passed at exactly 50% coverage — the minimum that can support a Green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Telemetry is strong; release engineering is the weak side. Every deployment lands directly on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Capped at Amber: 100% score but 47% coverage, below the 50% needed to claim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NAT Gateway controls are N/A with documented rationale: the inventory contains no natGateways and no subnet carries a natGateway association.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follows the rubric: severity 4-5 with effort &lt;= 2 is Do now; severity 4-5 with effort &gt;= 3 is Plan; severity 3 is Schedule; severity 1-2 is Backlog.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verified findings keep that status; their recommendation is the verification action, not a fix for a control proven to be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verified findings keep that status; their recommendation is the verification action, not a fix for a control proven to be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verified findings keep that status; their recommendation is the verification action, not a fix for a control proven to be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 are proposed, not assigned. Confirm each owner and target date with the workload owner before this plan is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8 score is n/a because no control was decided. Coverage is 0%. Supplying dated evidence for these twelve items is the fastest route to raising overall coverage above 70%.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Vault Forbidden error is itself positive evidence: it proves the vault genuinely enforces private-only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comes before the remediation work deliberately: without an approved RTO and RPO, the restore drill has no pass or fail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Well-Architected Review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66928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WordPress on Azure App Service (wp-ahms-prod)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32004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04288" y="32004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· southafricanorth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61888" y="32004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99248" y="32004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ahms-wg-prod2-rg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36758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36758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a1a03dcc-827d-4483-af98-09abe7027b0c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61888" y="36758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99248" y="36758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2026-09-09T08:54:23Z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41513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4288" y="4151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61888" y="41513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99248" y="4151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AzureWordPressChecklist.md · 157 controls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5394960"/>
            <a:ext cx="3456432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553212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 score  ·  48% coverage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585216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— AMBER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posture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coverage read together — neither figure is meaningful alone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2624328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3560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21945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(mean of six pillars)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9856" y="1325880"/>
            <a:ext cx="2624328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43560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19856" y="21945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 of applicable controls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325880"/>
            <a:ext cx="2624328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43560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72784" y="21945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(severity 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25712" y="1325880"/>
            <a:ext cx="2624328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1435608"/>
            <a:ext cx="262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25712" y="219456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findings (severity 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2926080"/>
            <a:ext cx="269748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  65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19856" y="2926080"/>
            <a:ext cx="269748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  7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72784" y="2926080"/>
            <a:ext cx="2697480" cy="4572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N/A   7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25712" y="2926080"/>
            <a:ext cx="2697480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5712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verified   78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3456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of 157 controls decided from collected evidence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3886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well-engineered production platform. The origin is genuinely locked behind Front Door Premium using both a service tag and the Front Door identifier header, every data service is private with no public path, MySQL runs zone-redundant with Microsoft Entra authentication only, and media storage carries versioning, soft delete and point-in-time restore.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risk is not a misconfiguration — none of this resilience has ever been tested. There is no restore drill, no origin-bypass test and no load test, and no SLO, RTO or RPO exists to judge the configuration against.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5349240"/>
            <a:ext cx="11064240" cy="566928"/>
          </a:xfrm>
          <a:prstGeom prst="rect">
            <a:avLst/>
          </a:prstGeom>
          <a:solidFill>
            <a:srgbClr val="FDF3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53492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48%, below the 50% threshold required to claim Green — the 92% score reflects a partial picture and is a platform-configuration baseline, not a production sign-off.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scorecard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Pass / (Total − N/A − Not verified). Coverage is Decided / (Total − N/A).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1298448"/>
          <a:ext cx="108813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5285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the best-evidenced pillar at 75% coverage. Operations is the least at 29%. Sections 1, 4 and 6 score 100% only because every control the evidence could decide passed — Foundations decided just 4 of 13.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disposition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157 controls by status and checklist section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66928" y="1280160"/>
          <a:ext cx="7680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458200" y="1280160"/>
            <a:ext cx="3154680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all 157 controls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41080" y="1929384"/>
            <a:ext cx="146304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87968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607040" y="1874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641080" y="2404872"/>
            <a:ext cx="146304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87968" y="2350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607040" y="2350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641080" y="2880360"/>
            <a:ext cx="146304" cy="256032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87968" y="2825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607040" y="28254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641080" y="3355848"/>
            <a:ext cx="146304" cy="25603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87968" y="3300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607040" y="33009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641080" y="38862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controls — half the checklist — could not be decided. 12 are the mandatory manual register; the rest are process, governance and live-test controls that a configuration capture cannot see. That is why the score is presented with its coverage.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5532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N/A controls are the six NAT Gateway items (no NAT Gateway is deployed) and APP-01 (no deployment slot exists to protect).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 &amp;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the Well-Architected checklist · 13 controls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394192" y="3657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402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score  ·  31% coverage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94192" y="713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verified  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shows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CanNotDelete locks protect every stateful resource, with a note preserving a documented break-glass path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tag set: Environment, CostCenter, Lifecycle, Owner, AppProfile and a deployment ID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uses RBAC with purge protection; only Secrets User and Crypto User roles are granted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production workload per resource group — no nonproduction co-tenancy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81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failures. 9 of 13 controls are governance artefacts the collector cannot see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consequential: no approved SLO, RTO or RPO exists (FND-03)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40680"/>
            <a:ext cx="11064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54406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13 controls were not decided by collected evidence — coverage 31%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the Well-Architected checklist · 17 controls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394192" y="3657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402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 score  ·  53% coverage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94192" y="713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 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verified  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shows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zone-redundant PremiumV3 workers with ARR affinity disabled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zone-redundant HA healthy, standby in zone 3, 35-day geo-redundant backups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on GZRS with versioning, 30-day soft delete and 29-day point-in-time restore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test, 11 metric alerts and failure-anomaly detection in place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81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REL-09 (sev 3) — recovery windows inconsistent: media PITR 29 days against a 35-day database window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REL-10 — restore has never been tested; achieved RTO and RPO are unknown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REL-06 — autoscale profile, triggers and cooldowns were not captured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40680"/>
            <a:ext cx="11064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54406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17 controls were not decided by collected evidence — coverage 53%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the Well-Architected checklist · 24 controls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394192" y="3657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402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83% score  ·  75% coverage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94192" y="713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 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verified  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shows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restricted to the Front Door service tag AND the Front Door identifier header, default action Deny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is Microsoft Entra authentication-only with TLS required and audit logging 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services private: no public path to MySQL, Key Vault, Redis, media storage or Azure Monitor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storage accounts refuse anonymous access and shared-key access entirely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81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SEC-21 (sev 4) — no Defender security contact, so alerts have no notification destination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SEC-10 (sev 3) — /wp-admin has no WAF or network restriction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SEC-18 (sev 3) — DISALLOW_FILE_EDIT is not set; dashboard file editing remains available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40680"/>
            <a:ext cx="11064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54406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24 controls were not decided by collected evidence — coverage 75%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Optimization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the Well-Architected checklist · 14 controls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394192" y="3657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402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score  ·  50% coverage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94192" y="713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 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verified  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shows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PremiumV3 SKU at exactly the 3 instances zone redundancy requires — capacity is resilience-driven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uses auto-grow and auto IO scaling rather than provisioned IOPS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lifecycle tiers to cool on real last-access data; old versions expire at 90 days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has a 10 GB daily cap plus an ingestion-volume query alert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81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failures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CST-02 — no budget, forecast threshold or anomaly alert was collected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CST-10 — tagging supports allocation, but no cost attribution has been performed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40680"/>
            <a:ext cx="11064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54406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14 controls were not decided by collected evidence — coverage 50%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Excellence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the Well-Architected checklist · 17 controls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394192" y="3657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402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 score  ·  29% coverage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94192" y="713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verified  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shows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Workspace-based Application Insights with the agent attached and 90-day retention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metric alerts across app, plan, MySQL and Redis routed to one named action group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edge, WAF, Key Vault audit, email and VNet flow telemetry in a single workspace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via Communication Services with identity-based sending and delivery telemetry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81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OPS-04 (sev 3) — no deployment slot, so no swap-with-preview, warm-up or tested rollback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OPS-10 — no runbooks supplied, though lock notes explicitly reference one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coverage of the six pillars at 29% — release and incident process is largely unevidenced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40680"/>
            <a:ext cx="11064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54406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17 controls were not decided by collected evidence — coverage 29%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Efficiency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of the Well-Architected checklist · 15 controls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394192" y="365760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94192" y="402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score  ·  47% coverage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94192" y="713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 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 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2984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verified  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shows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/wp-content and /wp-includes are edge-cached; the catch-all route is deliberately uncached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offloaded to Blob with managed identity; compression and HTTP/2 enabled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Burstable tier anywhere in the path; Redis is zone-redundant managed Redis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Slow-query log on, 4 GiB InnoDB buffer pool, app and database co-located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81928" y="19202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249424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failures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PRF-06 — no load, stress or soak test, so the workload ceiling is unknown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PRF-01 — no numerical performance targets are defined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440680"/>
            <a:ext cx="110642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54406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15 controls were not decided by collected evidence — coverage 47%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Resource-specific controls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of the checklist · 45 controls · 91% score at 58% coverage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"/>
                <a:gridCol w="640080"/>
                <a:gridCol w="640080"/>
                <a:gridCol w="1051560"/>
                <a:gridCol w="5212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Resource area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Controls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Pass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Fail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Not verified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issue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 plan &amp; web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deployment slot exists (assessed as a failure under OPS-04)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Flexible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Entra-only auth proven; MySQL grant separation not collected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production vault; client caching behaviour not visible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Managed Redis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on Managed Redis; eviction policy not exposed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Door and WAF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with DRS 2.1 and Bot Manager; host header not collected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(VNet, NSG, PE, DNS)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 segmentation; DNS resolution untested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no NAT Gateway deployed; PaaS traffic uses private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Insights &amp; Log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MON-02: AMPLS deployed but public ingestion and query still enabled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ACS-05: traffic metrics collected but no alert targets them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CSPM and plan coverage good; exemptions and governance not collected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51663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is reported separately from the headline score. The two failures — MON-02 and ACS-05 — both concern monitoring enforcement rather than data-plane exposure.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tracked items: 7 failures plus 10 material or summarised Not verified controls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66928" y="1325880"/>
          <a:ext cx="5074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989320" y="1325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169164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 (1)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26480" y="21031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SEC-21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69680" y="169164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0684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 (2)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06840" y="21031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REL-10  ·  SEC-23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89320" y="338328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474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 (12)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26480" y="37947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SEC-10  ·  SEC-18  ·  REL-09  ·  OPS-04  ·  MON-02  ·  FND-03  ·  REL-06  ·  SEC-14  ·  +4 more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69680" y="3383280"/>
            <a:ext cx="269748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9050">
            <a:solidFill>
              <a:srgbClr val="607D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3474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7D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  (2)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006840" y="37947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ACS-05  ·  CST-02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52303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severity-5 findings. The three severity-4 items are the Defender contact gap and the two untested controls — restore and origin bypass.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maps to a row in findings.csv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298448"/>
            <a:ext cx="73152" cy="10607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353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F-001 · SEC-21 · Fail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" y="15727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Defender for Cloud security contact configured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plans are enabled and correctly matched to the deployed services, but the contacts section returned empty.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alerts on this production workload are raised into the portal and never delivered to a responder.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96528" y="1572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security contact with a monitored distribution list and confirm delivery with a test alert.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96528" y="21396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1 · Risk 1 · Cost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468880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468880"/>
            <a:ext cx="73152" cy="106070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523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 · REL-10 · Not verified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" y="2743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has never been tested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3017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35-day geo-redundant backups and blob point-in-time restore are configured; no dated exercise exists.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cannot state how long a recovery takes or how much data it would lose.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96528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restore drill across database, media, secrets and configuration; publish measured RTO and RPO.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96528" y="33101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 · Risk 3 · Cost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639312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39312"/>
            <a:ext cx="73152" cy="106070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6941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F-003 · SEC-23 · Not verified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 bypass and WAF enforcement never tested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" y="41879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restriction and Prevention-mode WAF are correctly configured, but only as configuration evidence.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security control in the design is unverified, so a regression in it would go unnoticed.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96528" y="391363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direct-origin request, a WAF block test and a secret-rotation test; retain results and WAF log entries.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96528" y="44805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 · Effort 3 · Risk 2 · Cost 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809744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809744"/>
            <a:ext cx="73152" cy="10607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8646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 · SEC-10 · Fail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" y="50840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WordPress admin path has no WAF or network restriction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535838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custom rule rate-limits /wp-login.php and /xmlrpc.php only; App Service Authentication is disabled.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administration surface is defended only by a password prompt.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796528" y="508406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/wp-admin/* to approved sources or an authenticated path, exempting required admin-ajax.php routes.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96528" y="56509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 · Effort 2 · Risk 2 · Cost 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(cont.)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maps to a row in findings.csv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298448"/>
            <a:ext cx="73152" cy="10607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353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 · SEC-18 · Fail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" y="15727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WordPress dashboard file editing is not disabled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settings collected successfully and contain no DISALLOW_FILE_EDIT and no explicit WP_DEBUG value.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administrator compromise escalates directly to remote code execution on the site.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96528" y="1572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DISALLOW_FILE_EDIT, set WP_DEBUG explicitly false, and block XML-RPC unless a client requires it.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96528" y="21396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 · Effort 1 · Risk 2 · Cost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468880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468880"/>
            <a:ext cx="73152" cy="10607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523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F-006 · REL-09 · Fail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" y="2743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windows inconsistent across tiers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301752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point-in-time restore reaches 35 days; media reaches 29 days and blob soft delete 30 days.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recovery older than 29 days restores the database without matching media, producing a broken site.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96528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blob restore and soft-delete retention with the database window, or reduce it to the approved RPO.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96528" y="331012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 · Effort 1 · Risk 1 · Cost 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639312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39312"/>
            <a:ext cx="73152" cy="10607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6941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F-007 · OPS-04 · Fail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deployment slot and no tested rollback path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" y="418795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slots section collected successfully and returned nothing, despite PremiumV3 including slots at no extra cost.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lands on the live site; recovery from a bad deployment means redeploying forward.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96528" y="391363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staging slot with Application Initialization warm-up and adopt swap with preview.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96528" y="44805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 · Effort 3 · Risk 2 · Cost 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809744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809744"/>
            <a:ext cx="73152" cy="10607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8646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F-008 · MON-02 · Fail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" y="50840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Link Scope deployed but public monitoring access enabled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535838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AMPLS, an approved private endpoint and four monitor DNS zones exist, yet public ingestion and query remain Enabled.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private-telemetry investment is available but not enforced.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796528" y="508406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public ingestion and query on the workspace and Application Insights once all paths resolve via AMPLS.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96528" y="56509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 · Effort 2 · Risk 2 · Cost 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(cont.)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maps to a row in findings.csv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98448"/>
            <a:ext cx="11064240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298448"/>
            <a:ext cx="73152" cy="10607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353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F-016 · ACS-05 · Fail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" y="15727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alerting on email send volume or failures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Services traffic metrics are collected, but none of the 11 metric alerts targets the resource.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sending identity or contact-form abuse would go undetected.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96528" y="15727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send-volume and failed-send alert routed to the existing wp-ahms-prod-alerts action group.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96528" y="21396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 · Effort 1 · Risk 1 · Cost 1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 priorities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the scoring rubric, not by pillar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5623560"/>
                <a:gridCol w="1691640"/>
                <a:gridCol w="658368"/>
                <a:gridCol w="685800"/>
                <a:gridCol w="658368"/>
                <a:gridCol w="6949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Priority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Controls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Sev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Effort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Risk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Cost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a Defender for Cloud security contact and confirm alert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full restore drill and publish measured RTO and RPO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REL-10, MAN-02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origin-bypass, WAF-block and secret-rotation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SEC-23, MAN-07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 the WordPress administration surface and application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SEC-10, SEC-18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media and database recovery windows into one recovery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 a staging slot with warm-up and swap-with-preview rollback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OPS-04, OPS-14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private-only Azure Monitor ingestion and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and approve SLO, RTO and RPO, then re-test resilience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email send-volume alerting and a workload budget with anomaly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ACS-05, CST-02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target dates are recorded in the detailed report. The single Do-now item is a portal setting that takes minutes and closes the highest-severity failure in the review.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validation register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12 controls · all Not verified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280160"/>
            <a:ext cx="11064240" cy="457200"/>
          </a:xfrm>
          <a:prstGeom prst="rect">
            <a:avLst/>
          </a:prstGeom>
          <a:solidFill>
            <a:srgbClr val="FDF3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items are Not verified until dated manual evidence is supplied. They reduce coverage, not score, and Section 8 is reported separately from the headline figure.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91540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Manual validation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critical flows, SLOs/SLIs, RTOs/RPOs and accepted risks with business owners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whole-workload restore for database, uploads, configuration, secrets, DNS and edge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zone, region, dependency, identity, DNS, network, deployment and cache failure scenarios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Entra tenant controls, RBAC, PIM/JIT, MFA, Conditional Access and break-glass 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core, plugin, theme, container and IaC vulnerability and secret scanning and patching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secret, certificate and credential rotation including dependent application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direct-origin bypass, WAF enforcement, admin protection and security-alert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IaC, peer review, policy checks, pipeline promotion, rollback and drift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alert ownership, action groups, dashboards, runbooks and notification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Load, stress, soak and failure-mode test critical flows in a production-like environment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cost allocation, budgets, forecasts, anomaly alerts and commitment utilization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MAN-12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WordPress governance for plugins, staging, admin access, privacy and deliverability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gaps and confidence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limited this review, and which controls it left undecided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Evidence area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Reason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Controls affected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 keys, secrets, certificates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 — caller outside the approved private link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Door WAF diagnostic settings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ResourceTypeNotSupported — WAF logs are carried by the Front Door profile instead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firewall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requestable on a private-access server — expected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Autoscale profiles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by name only; triggers and cooldowns not captured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REL-06, PRF-05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thresholds, action-group receivers, webtest locations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Inventoried by name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OPS-09, MON-04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Policy, budgets, Advisor, Defender exemptions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this collector's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FND-09, FND-10, CST-01, CST-02, DEF-03 to DEF-06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 application internals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Azure control-plane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SEC-19, SEC-20, PRF-10, PRF-11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restore, load and security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execution, not configuration capture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REL-10, SEC-23, PRF-06, MAN-01 to MAN-12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709160"/>
            <a:ext cx="11064240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47091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coverage is 48%. Running the collector from inside the virtual network, exporting policy and budget data, and completing the twelve manual validations would raise coverage above 70% without changing a single resource.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11137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1137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so measurement precedes remediation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6473952"/>
            <a:ext cx="11996928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App Service (wp-ahms-prod)  ·  prod  ·  2026-09-09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949440"/>
                <a:gridCol w="20116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Step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Owner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Target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 the Defender for Cloud security contact and verify alert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and approve SLO, RTO and RPO with the business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restore drill and the origin-bypass and WAF test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security owners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 the WordPress administration surface and introduce a staging slot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&amp; engineering owners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the posture collector and reassess, targeting coverage above 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023360"/>
            <a:ext cx="1106424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40233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reassessment: 2026-12-15, after the restore drill and the manual validation register are complete.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Azure Well-Architected Review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Well-Architected Review — WordPress on Azure App Service (wp-ahms-prod)</dc:title>
  <dc:subject>AzureWordPressChecklist.md · 157 controls</dc:subject>
  <dc:creator>GitHub Copilot</dc:creator>
  <cp:lastModifiedBy>GitHub Copilot</cp:lastModifiedBy>
  <cp:revision>1</cp:revision>
  <dcterms:created xsi:type="dcterms:W3CDTF">2026-09-09T15:26:53Z</dcterms:created>
  <dcterms:modified xsi:type="dcterms:W3CDTF">2026-09-09T15:26:53Z</dcterms:modified>
</cp:coreProperties>
</file>